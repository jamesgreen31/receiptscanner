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69" r:id="rId4"/>
    <p:sldId id="270" r:id="rId5"/>
    <p:sldId id="259" r:id="rId6"/>
    <p:sldId id="271" r:id="rId7"/>
    <p:sldId id="260" r:id="rId8"/>
    <p:sldId id="261" r:id="rId9"/>
    <p:sldId id="268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89"/>
  </p:normalViewPr>
  <p:slideViewPr>
    <p:cSldViewPr snapToGrid="0">
      <p:cViewPr varScale="1">
        <p:scale>
          <a:sx n="88" d="100"/>
          <a:sy n="88" d="100"/>
        </p:scale>
        <p:origin x="9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9.png"/><Relationship Id="rId7" Type="http://schemas.openxmlformats.org/officeDocument/2006/relationships/image" Target="../media/image31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30.sv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35.png"/><Relationship Id="rId7" Type="http://schemas.openxmlformats.org/officeDocument/2006/relationships/image" Target="../media/image27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9.png"/><Relationship Id="rId7" Type="http://schemas.openxmlformats.org/officeDocument/2006/relationships/image" Target="../media/image31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30.sv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35.png"/><Relationship Id="rId7" Type="http://schemas.openxmlformats.org/officeDocument/2006/relationships/image" Target="../media/image27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D55887-EB26-4A81-8522-F4CDDCD5D710}" type="doc">
      <dgm:prSet loTypeId="urn:microsoft.com/office/officeart/2016/7/layout/HorizontalActionList" loCatId="List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69520B4-3304-4DDD-8D04-34878A3F6E32}">
      <dgm:prSet/>
      <dgm:spPr/>
      <dgm:t>
        <a:bodyPr/>
        <a:lstStyle/>
        <a:p>
          <a:r>
            <a:rPr lang="en-US"/>
            <a:t>Outline</a:t>
          </a:r>
        </a:p>
      </dgm:t>
    </dgm:pt>
    <dgm:pt modelId="{DF26B2FE-CDC4-474A-908F-AB234716D380}" type="parTrans" cxnId="{78F61081-0A30-478F-A175-4CAE0EB33FDD}">
      <dgm:prSet/>
      <dgm:spPr/>
      <dgm:t>
        <a:bodyPr/>
        <a:lstStyle/>
        <a:p>
          <a:endParaRPr lang="en-US"/>
        </a:p>
      </dgm:t>
    </dgm:pt>
    <dgm:pt modelId="{528EF5F0-EE23-4A79-A5FD-2063F2615CFE}" type="sibTrans" cxnId="{78F61081-0A30-478F-A175-4CAE0EB33FDD}">
      <dgm:prSet/>
      <dgm:spPr/>
      <dgm:t>
        <a:bodyPr/>
        <a:lstStyle/>
        <a:p>
          <a:endParaRPr lang="en-US"/>
        </a:p>
      </dgm:t>
    </dgm:pt>
    <dgm:pt modelId="{FA73EC71-8F39-424A-96B9-3A035D2D32B1}">
      <dgm:prSet custT="1"/>
      <dgm:spPr/>
      <dgm:t>
        <a:bodyPr/>
        <a:lstStyle/>
        <a:p>
          <a:r>
            <a:rPr lang="en-US" sz="2400" dirty="0"/>
            <a:t>Clearly write the purpose and significance of the research within the context of the study under this chapter.</a:t>
          </a:r>
        </a:p>
      </dgm:t>
    </dgm:pt>
    <dgm:pt modelId="{0EBB4ADD-E911-4BDE-9E97-3C43E019CC29}" type="parTrans" cxnId="{101729BD-4A4A-4FD7-BE6C-D9D2C0355515}">
      <dgm:prSet/>
      <dgm:spPr/>
      <dgm:t>
        <a:bodyPr/>
        <a:lstStyle/>
        <a:p>
          <a:endParaRPr lang="en-US"/>
        </a:p>
      </dgm:t>
    </dgm:pt>
    <dgm:pt modelId="{D89E1BD5-54F5-4766-8EB4-F89FFDBB3042}" type="sibTrans" cxnId="{101729BD-4A4A-4FD7-BE6C-D9D2C0355515}">
      <dgm:prSet/>
      <dgm:spPr/>
      <dgm:t>
        <a:bodyPr/>
        <a:lstStyle/>
        <a:p>
          <a:endParaRPr lang="en-US"/>
        </a:p>
      </dgm:t>
    </dgm:pt>
    <dgm:pt modelId="{84CF52C3-226A-47CA-BD05-D430777697D4}">
      <dgm:prSet/>
      <dgm:spPr/>
      <dgm:t>
        <a:bodyPr/>
        <a:lstStyle/>
        <a:p>
          <a:r>
            <a:rPr lang="en-US"/>
            <a:t>Structure</a:t>
          </a:r>
        </a:p>
      </dgm:t>
    </dgm:pt>
    <dgm:pt modelId="{E6D0E623-3878-42AD-803D-7E8C4520BB47}" type="parTrans" cxnId="{0EF39A0A-16D9-4B96-AF5C-8237A94DB419}">
      <dgm:prSet/>
      <dgm:spPr/>
      <dgm:t>
        <a:bodyPr/>
        <a:lstStyle/>
        <a:p>
          <a:endParaRPr lang="en-US"/>
        </a:p>
      </dgm:t>
    </dgm:pt>
    <dgm:pt modelId="{57C6587C-3CC5-4685-8F3D-057397102ECD}" type="sibTrans" cxnId="{0EF39A0A-16D9-4B96-AF5C-8237A94DB419}">
      <dgm:prSet/>
      <dgm:spPr/>
      <dgm:t>
        <a:bodyPr/>
        <a:lstStyle/>
        <a:p>
          <a:endParaRPr lang="en-US"/>
        </a:p>
      </dgm:t>
    </dgm:pt>
    <dgm:pt modelId="{8138BC3D-FF3D-47CF-9D0F-3EEA4131D855}">
      <dgm:prSet custT="1"/>
      <dgm:spPr/>
      <dgm:t>
        <a:bodyPr/>
        <a:lstStyle/>
        <a:p>
          <a:r>
            <a:rPr lang="en-US" sz="2400" dirty="0"/>
            <a:t>Structure the section to reflect the main components of your methodology, ensuring coherence.</a:t>
          </a:r>
        </a:p>
      </dgm:t>
    </dgm:pt>
    <dgm:pt modelId="{11DFD975-44CE-41A0-8DAB-29B92C4662CF}" type="parTrans" cxnId="{B76BB9D5-03A6-43DB-860F-BB0D07F42A0E}">
      <dgm:prSet/>
      <dgm:spPr/>
      <dgm:t>
        <a:bodyPr/>
        <a:lstStyle/>
        <a:p>
          <a:endParaRPr lang="en-US"/>
        </a:p>
      </dgm:t>
    </dgm:pt>
    <dgm:pt modelId="{C78C5EA1-FAE0-47F4-BD30-0A770FE5FAFB}" type="sibTrans" cxnId="{B76BB9D5-03A6-43DB-860F-BB0D07F42A0E}">
      <dgm:prSet/>
      <dgm:spPr/>
      <dgm:t>
        <a:bodyPr/>
        <a:lstStyle/>
        <a:p>
          <a:endParaRPr lang="en-US"/>
        </a:p>
      </dgm:t>
    </dgm:pt>
    <dgm:pt modelId="{645A611B-7587-4A92-9598-48D06E357186}">
      <dgm:prSet/>
      <dgm:spPr/>
      <dgm:t>
        <a:bodyPr/>
        <a:lstStyle/>
        <a:p>
          <a:r>
            <a:rPr lang="en-US"/>
            <a:t>Specify</a:t>
          </a:r>
        </a:p>
      </dgm:t>
    </dgm:pt>
    <dgm:pt modelId="{B5E1200D-BB42-467D-B50D-27E8C0FAFF2A}" type="parTrans" cxnId="{620CE6AB-F6C8-4D0B-B65F-59BE8F637C41}">
      <dgm:prSet/>
      <dgm:spPr/>
      <dgm:t>
        <a:bodyPr/>
        <a:lstStyle/>
        <a:p>
          <a:endParaRPr lang="en-US"/>
        </a:p>
      </dgm:t>
    </dgm:pt>
    <dgm:pt modelId="{4F7FFC7D-ED07-485D-932A-43906F810B4F}" type="sibTrans" cxnId="{620CE6AB-F6C8-4D0B-B65F-59BE8F637C41}">
      <dgm:prSet/>
      <dgm:spPr/>
      <dgm:t>
        <a:bodyPr/>
        <a:lstStyle/>
        <a:p>
          <a:endParaRPr lang="en-US"/>
        </a:p>
      </dgm:t>
    </dgm:pt>
    <dgm:pt modelId="{FADBF2E7-BE56-40A2-AFDE-B29286EEEDB9}">
      <dgm:prSet custT="1"/>
      <dgm:spPr/>
      <dgm:t>
        <a:bodyPr/>
        <a:lstStyle/>
        <a:p>
          <a:r>
            <a:rPr lang="en-US" sz="2300" dirty="0"/>
            <a:t>Specify the research design chosen (qualitative, quantitative, or mixed-methods) and justify its appropriateness</a:t>
          </a:r>
          <a:r>
            <a:rPr lang="en-US" sz="1900" dirty="0"/>
            <a:t>.</a:t>
          </a:r>
        </a:p>
      </dgm:t>
    </dgm:pt>
    <dgm:pt modelId="{04C89034-7A6D-48BE-9317-3E25E1B27601}" type="parTrans" cxnId="{4F741F85-ADB7-49D3-8467-92A4E48CF45F}">
      <dgm:prSet/>
      <dgm:spPr/>
      <dgm:t>
        <a:bodyPr/>
        <a:lstStyle/>
        <a:p>
          <a:endParaRPr lang="en-US"/>
        </a:p>
      </dgm:t>
    </dgm:pt>
    <dgm:pt modelId="{4E4C3684-2219-4E48-8A02-5C388C5CC3F5}" type="sibTrans" cxnId="{4F741F85-ADB7-49D3-8467-92A4E48CF45F}">
      <dgm:prSet/>
      <dgm:spPr/>
      <dgm:t>
        <a:bodyPr/>
        <a:lstStyle/>
        <a:p>
          <a:endParaRPr lang="en-US"/>
        </a:p>
      </dgm:t>
    </dgm:pt>
    <dgm:pt modelId="{6059ECDA-53B2-4566-A7F8-3D399FC6C3B4}">
      <dgm:prSet/>
      <dgm:spPr/>
      <dgm:t>
        <a:bodyPr/>
        <a:lstStyle/>
        <a:p>
          <a:r>
            <a:rPr lang="en-US"/>
            <a:t>Summarize</a:t>
          </a:r>
        </a:p>
      </dgm:t>
    </dgm:pt>
    <dgm:pt modelId="{9B7A263E-ACF0-4DBE-946A-EC0A3196022D}" type="parTrans" cxnId="{6C82E605-14E0-4F43-A5A3-08544EC15789}">
      <dgm:prSet/>
      <dgm:spPr/>
      <dgm:t>
        <a:bodyPr/>
        <a:lstStyle/>
        <a:p>
          <a:endParaRPr lang="en-US"/>
        </a:p>
      </dgm:t>
    </dgm:pt>
    <dgm:pt modelId="{3E1ECD03-5783-4951-9478-5CCAB700B571}" type="sibTrans" cxnId="{6C82E605-14E0-4F43-A5A3-08544EC15789}">
      <dgm:prSet/>
      <dgm:spPr/>
      <dgm:t>
        <a:bodyPr/>
        <a:lstStyle/>
        <a:p>
          <a:endParaRPr lang="en-US"/>
        </a:p>
      </dgm:t>
    </dgm:pt>
    <dgm:pt modelId="{AD200912-4A1F-434C-BCE7-187F2FFCCDEC}">
      <dgm:prSet custT="1"/>
      <dgm:spPr/>
      <dgm:t>
        <a:bodyPr/>
        <a:lstStyle/>
        <a:p>
          <a:r>
            <a:rPr lang="en-US" sz="2300" dirty="0"/>
            <a:t>Summarize what readers can expect from subsequent sections regarding specific methods and procedures.</a:t>
          </a:r>
        </a:p>
      </dgm:t>
    </dgm:pt>
    <dgm:pt modelId="{ACFC0123-F9F7-43DE-B284-650478C5473C}" type="parTrans" cxnId="{D2A1A0C6-2030-49AD-9D2F-8CDA7E5BC4A1}">
      <dgm:prSet/>
      <dgm:spPr/>
      <dgm:t>
        <a:bodyPr/>
        <a:lstStyle/>
        <a:p>
          <a:endParaRPr lang="en-US"/>
        </a:p>
      </dgm:t>
    </dgm:pt>
    <dgm:pt modelId="{12889F94-368B-4085-9D19-3DCEEA22D129}" type="sibTrans" cxnId="{D2A1A0C6-2030-49AD-9D2F-8CDA7E5BC4A1}">
      <dgm:prSet/>
      <dgm:spPr/>
      <dgm:t>
        <a:bodyPr/>
        <a:lstStyle/>
        <a:p>
          <a:endParaRPr lang="en-US"/>
        </a:p>
      </dgm:t>
    </dgm:pt>
    <dgm:pt modelId="{A8CA04AA-725E-9246-BEE2-69726354E175}" type="pres">
      <dgm:prSet presAssocID="{D1D55887-EB26-4A81-8522-F4CDDCD5D710}" presName="Name0" presStyleCnt="0">
        <dgm:presLayoutVars>
          <dgm:dir/>
          <dgm:animLvl val="lvl"/>
          <dgm:resizeHandles val="exact"/>
        </dgm:presLayoutVars>
      </dgm:prSet>
      <dgm:spPr/>
    </dgm:pt>
    <dgm:pt modelId="{09011E56-AED8-F541-8E93-98C2F3848D08}" type="pres">
      <dgm:prSet presAssocID="{969520B4-3304-4DDD-8D04-34878A3F6E32}" presName="composite" presStyleCnt="0"/>
      <dgm:spPr/>
    </dgm:pt>
    <dgm:pt modelId="{EFC0787B-5973-2E4D-9D01-F68D63867D06}" type="pres">
      <dgm:prSet presAssocID="{969520B4-3304-4DDD-8D04-34878A3F6E32}" presName="parTx" presStyleLbl="alignNode1" presStyleIdx="0" presStyleCnt="4">
        <dgm:presLayoutVars>
          <dgm:chMax val="0"/>
          <dgm:chPref val="0"/>
        </dgm:presLayoutVars>
      </dgm:prSet>
      <dgm:spPr/>
    </dgm:pt>
    <dgm:pt modelId="{433CC0C6-47D4-A141-A3C6-77E8AEDA37EC}" type="pres">
      <dgm:prSet presAssocID="{969520B4-3304-4DDD-8D04-34878A3F6E32}" presName="desTx" presStyleLbl="alignAccFollowNode1" presStyleIdx="0" presStyleCnt="4">
        <dgm:presLayoutVars/>
      </dgm:prSet>
      <dgm:spPr/>
    </dgm:pt>
    <dgm:pt modelId="{515144F9-1978-F342-8107-5FF336E1395F}" type="pres">
      <dgm:prSet presAssocID="{528EF5F0-EE23-4A79-A5FD-2063F2615CFE}" presName="space" presStyleCnt="0"/>
      <dgm:spPr/>
    </dgm:pt>
    <dgm:pt modelId="{3993458A-AAFB-7344-AEAC-CDCD2EA24F80}" type="pres">
      <dgm:prSet presAssocID="{84CF52C3-226A-47CA-BD05-D430777697D4}" presName="composite" presStyleCnt="0"/>
      <dgm:spPr/>
    </dgm:pt>
    <dgm:pt modelId="{6BC37B08-C01C-2C45-82DF-11CE6A3C7F07}" type="pres">
      <dgm:prSet presAssocID="{84CF52C3-226A-47CA-BD05-D430777697D4}" presName="parTx" presStyleLbl="alignNode1" presStyleIdx="1" presStyleCnt="4">
        <dgm:presLayoutVars>
          <dgm:chMax val="0"/>
          <dgm:chPref val="0"/>
        </dgm:presLayoutVars>
      </dgm:prSet>
      <dgm:spPr/>
    </dgm:pt>
    <dgm:pt modelId="{3889375C-F8F3-0C45-BEB8-633BC2C4F5E4}" type="pres">
      <dgm:prSet presAssocID="{84CF52C3-226A-47CA-BD05-D430777697D4}" presName="desTx" presStyleLbl="alignAccFollowNode1" presStyleIdx="1" presStyleCnt="4">
        <dgm:presLayoutVars/>
      </dgm:prSet>
      <dgm:spPr/>
    </dgm:pt>
    <dgm:pt modelId="{35D5A4F4-D5F6-9244-821F-88448C1CB304}" type="pres">
      <dgm:prSet presAssocID="{57C6587C-3CC5-4685-8F3D-057397102ECD}" presName="space" presStyleCnt="0"/>
      <dgm:spPr/>
    </dgm:pt>
    <dgm:pt modelId="{60E6319E-0951-1843-B0BB-AFE56037D688}" type="pres">
      <dgm:prSet presAssocID="{645A611B-7587-4A92-9598-48D06E357186}" presName="composite" presStyleCnt="0"/>
      <dgm:spPr/>
    </dgm:pt>
    <dgm:pt modelId="{FF8DA30A-E0D5-DE42-8F4F-64CD0B6CAD0B}" type="pres">
      <dgm:prSet presAssocID="{645A611B-7587-4A92-9598-48D06E357186}" presName="parTx" presStyleLbl="alignNode1" presStyleIdx="2" presStyleCnt="4">
        <dgm:presLayoutVars>
          <dgm:chMax val="0"/>
          <dgm:chPref val="0"/>
        </dgm:presLayoutVars>
      </dgm:prSet>
      <dgm:spPr/>
    </dgm:pt>
    <dgm:pt modelId="{8EE628C0-00DB-464E-AB85-F3BA113E0AED}" type="pres">
      <dgm:prSet presAssocID="{645A611B-7587-4A92-9598-48D06E357186}" presName="desTx" presStyleLbl="alignAccFollowNode1" presStyleIdx="2" presStyleCnt="4" custScaleX="110986" custScaleY="103876">
        <dgm:presLayoutVars/>
      </dgm:prSet>
      <dgm:spPr/>
    </dgm:pt>
    <dgm:pt modelId="{AEE5966E-BF93-B34E-AC1B-3F1B1D9B9CB1}" type="pres">
      <dgm:prSet presAssocID="{4F7FFC7D-ED07-485D-932A-43906F810B4F}" presName="space" presStyleCnt="0"/>
      <dgm:spPr/>
    </dgm:pt>
    <dgm:pt modelId="{F970ED65-9FAC-3D47-8E33-AC8AFD9C0CC7}" type="pres">
      <dgm:prSet presAssocID="{6059ECDA-53B2-4566-A7F8-3D399FC6C3B4}" presName="composite" presStyleCnt="0"/>
      <dgm:spPr/>
    </dgm:pt>
    <dgm:pt modelId="{583A1F47-341F-0946-A585-5FAFC2D71A2F}" type="pres">
      <dgm:prSet presAssocID="{6059ECDA-53B2-4566-A7F8-3D399FC6C3B4}" presName="parTx" presStyleLbl="alignNode1" presStyleIdx="3" presStyleCnt="4">
        <dgm:presLayoutVars>
          <dgm:chMax val="0"/>
          <dgm:chPref val="0"/>
        </dgm:presLayoutVars>
      </dgm:prSet>
      <dgm:spPr/>
    </dgm:pt>
    <dgm:pt modelId="{CFA4622C-B04C-1648-80FF-3FB2A1C2B035}" type="pres">
      <dgm:prSet presAssocID="{6059ECDA-53B2-4566-A7F8-3D399FC6C3B4}" presName="desTx" presStyleLbl="alignAccFollowNode1" presStyleIdx="3" presStyleCnt="4">
        <dgm:presLayoutVars/>
      </dgm:prSet>
      <dgm:spPr/>
    </dgm:pt>
  </dgm:ptLst>
  <dgm:cxnLst>
    <dgm:cxn modelId="{6C82E605-14E0-4F43-A5A3-08544EC15789}" srcId="{D1D55887-EB26-4A81-8522-F4CDDCD5D710}" destId="{6059ECDA-53B2-4566-A7F8-3D399FC6C3B4}" srcOrd="3" destOrd="0" parTransId="{9B7A263E-ACF0-4DBE-946A-EC0A3196022D}" sibTransId="{3E1ECD03-5783-4951-9478-5CCAB700B571}"/>
    <dgm:cxn modelId="{0EF39A0A-16D9-4B96-AF5C-8237A94DB419}" srcId="{D1D55887-EB26-4A81-8522-F4CDDCD5D710}" destId="{84CF52C3-226A-47CA-BD05-D430777697D4}" srcOrd="1" destOrd="0" parTransId="{E6D0E623-3878-42AD-803D-7E8C4520BB47}" sibTransId="{57C6587C-3CC5-4685-8F3D-057397102ECD}"/>
    <dgm:cxn modelId="{ABB5D116-BEB8-9A4A-A4B5-B39E7CC5269A}" type="presOf" srcId="{D1D55887-EB26-4A81-8522-F4CDDCD5D710}" destId="{A8CA04AA-725E-9246-BEE2-69726354E175}" srcOrd="0" destOrd="0" presId="urn:microsoft.com/office/officeart/2016/7/layout/HorizontalActionList"/>
    <dgm:cxn modelId="{265BD926-6589-3947-BC9E-64B06A8AE810}" type="presOf" srcId="{969520B4-3304-4DDD-8D04-34878A3F6E32}" destId="{EFC0787B-5973-2E4D-9D01-F68D63867D06}" srcOrd="0" destOrd="0" presId="urn:microsoft.com/office/officeart/2016/7/layout/HorizontalActionList"/>
    <dgm:cxn modelId="{EAC5B32D-E115-F942-A6B2-DDD55ABE012F}" type="presOf" srcId="{FADBF2E7-BE56-40A2-AFDE-B29286EEEDB9}" destId="{8EE628C0-00DB-464E-AB85-F3BA113E0AED}" srcOrd="0" destOrd="0" presId="urn:microsoft.com/office/officeart/2016/7/layout/HorizontalActionList"/>
    <dgm:cxn modelId="{519E4037-6B7C-1E4C-BDE3-2BB5BE79CCD1}" type="presOf" srcId="{AD200912-4A1F-434C-BCE7-187F2FFCCDEC}" destId="{CFA4622C-B04C-1648-80FF-3FB2A1C2B035}" srcOrd="0" destOrd="0" presId="urn:microsoft.com/office/officeart/2016/7/layout/HorizontalActionList"/>
    <dgm:cxn modelId="{569C9948-7AA2-DB4C-BE91-7F773DED5847}" type="presOf" srcId="{8138BC3D-FF3D-47CF-9D0F-3EEA4131D855}" destId="{3889375C-F8F3-0C45-BEB8-633BC2C4F5E4}" srcOrd="0" destOrd="0" presId="urn:microsoft.com/office/officeart/2016/7/layout/HorizontalActionList"/>
    <dgm:cxn modelId="{F1803350-7815-9A4C-ACD4-E939996B09C4}" type="presOf" srcId="{6059ECDA-53B2-4566-A7F8-3D399FC6C3B4}" destId="{583A1F47-341F-0946-A585-5FAFC2D71A2F}" srcOrd="0" destOrd="0" presId="urn:microsoft.com/office/officeart/2016/7/layout/HorizontalActionList"/>
    <dgm:cxn modelId="{05657A65-3CD8-3A4A-A3B4-19EF918CFA93}" type="presOf" srcId="{FA73EC71-8F39-424A-96B9-3A035D2D32B1}" destId="{433CC0C6-47D4-A141-A3C6-77E8AEDA37EC}" srcOrd="0" destOrd="0" presId="urn:microsoft.com/office/officeart/2016/7/layout/HorizontalActionList"/>
    <dgm:cxn modelId="{78F61081-0A30-478F-A175-4CAE0EB33FDD}" srcId="{D1D55887-EB26-4A81-8522-F4CDDCD5D710}" destId="{969520B4-3304-4DDD-8D04-34878A3F6E32}" srcOrd="0" destOrd="0" parTransId="{DF26B2FE-CDC4-474A-908F-AB234716D380}" sibTransId="{528EF5F0-EE23-4A79-A5FD-2063F2615CFE}"/>
    <dgm:cxn modelId="{4F741F85-ADB7-49D3-8467-92A4E48CF45F}" srcId="{645A611B-7587-4A92-9598-48D06E357186}" destId="{FADBF2E7-BE56-40A2-AFDE-B29286EEEDB9}" srcOrd="0" destOrd="0" parTransId="{04C89034-7A6D-48BE-9317-3E25E1B27601}" sibTransId="{4E4C3684-2219-4E48-8A02-5C388C5CC3F5}"/>
    <dgm:cxn modelId="{620CE6AB-F6C8-4D0B-B65F-59BE8F637C41}" srcId="{D1D55887-EB26-4A81-8522-F4CDDCD5D710}" destId="{645A611B-7587-4A92-9598-48D06E357186}" srcOrd="2" destOrd="0" parTransId="{B5E1200D-BB42-467D-B50D-27E8C0FAFF2A}" sibTransId="{4F7FFC7D-ED07-485D-932A-43906F810B4F}"/>
    <dgm:cxn modelId="{101729BD-4A4A-4FD7-BE6C-D9D2C0355515}" srcId="{969520B4-3304-4DDD-8D04-34878A3F6E32}" destId="{FA73EC71-8F39-424A-96B9-3A035D2D32B1}" srcOrd="0" destOrd="0" parTransId="{0EBB4ADD-E911-4BDE-9E97-3C43E019CC29}" sibTransId="{D89E1BD5-54F5-4766-8EB4-F89FFDBB3042}"/>
    <dgm:cxn modelId="{D2A1A0C6-2030-49AD-9D2F-8CDA7E5BC4A1}" srcId="{6059ECDA-53B2-4566-A7F8-3D399FC6C3B4}" destId="{AD200912-4A1F-434C-BCE7-187F2FFCCDEC}" srcOrd="0" destOrd="0" parTransId="{ACFC0123-F9F7-43DE-B284-650478C5473C}" sibTransId="{12889F94-368B-4085-9D19-3DCEEA22D129}"/>
    <dgm:cxn modelId="{370C54D4-6CC7-E14E-B39F-A6CC121846C2}" type="presOf" srcId="{645A611B-7587-4A92-9598-48D06E357186}" destId="{FF8DA30A-E0D5-DE42-8F4F-64CD0B6CAD0B}" srcOrd="0" destOrd="0" presId="urn:microsoft.com/office/officeart/2016/7/layout/HorizontalActionList"/>
    <dgm:cxn modelId="{B76BB9D5-03A6-43DB-860F-BB0D07F42A0E}" srcId="{84CF52C3-226A-47CA-BD05-D430777697D4}" destId="{8138BC3D-FF3D-47CF-9D0F-3EEA4131D855}" srcOrd="0" destOrd="0" parTransId="{11DFD975-44CE-41A0-8DAB-29B92C4662CF}" sibTransId="{C78C5EA1-FAE0-47F4-BD30-0A770FE5FAFB}"/>
    <dgm:cxn modelId="{D76F3ED9-49AE-DB42-91F9-26076DD85B38}" type="presOf" srcId="{84CF52C3-226A-47CA-BD05-D430777697D4}" destId="{6BC37B08-C01C-2C45-82DF-11CE6A3C7F07}" srcOrd="0" destOrd="0" presId="urn:microsoft.com/office/officeart/2016/7/layout/HorizontalActionList"/>
    <dgm:cxn modelId="{B4DC4C2D-F632-1645-BE3D-45D8E418B199}" type="presParOf" srcId="{A8CA04AA-725E-9246-BEE2-69726354E175}" destId="{09011E56-AED8-F541-8E93-98C2F3848D08}" srcOrd="0" destOrd="0" presId="urn:microsoft.com/office/officeart/2016/7/layout/HorizontalActionList"/>
    <dgm:cxn modelId="{DEBC051B-DF69-9C4A-A801-A5B96C3B1208}" type="presParOf" srcId="{09011E56-AED8-F541-8E93-98C2F3848D08}" destId="{EFC0787B-5973-2E4D-9D01-F68D63867D06}" srcOrd="0" destOrd="0" presId="urn:microsoft.com/office/officeart/2016/7/layout/HorizontalActionList"/>
    <dgm:cxn modelId="{03E7F37E-75C1-0948-A678-7D02F21DB76C}" type="presParOf" srcId="{09011E56-AED8-F541-8E93-98C2F3848D08}" destId="{433CC0C6-47D4-A141-A3C6-77E8AEDA37EC}" srcOrd="1" destOrd="0" presId="urn:microsoft.com/office/officeart/2016/7/layout/HorizontalActionList"/>
    <dgm:cxn modelId="{91C9D524-FF1D-6548-9935-1963509E5E3A}" type="presParOf" srcId="{A8CA04AA-725E-9246-BEE2-69726354E175}" destId="{515144F9-1978-F342-8107-5FF336E1395F}" srcOrd="1" destOrd="0" presId="urn:microsoft.com/office/officeart/2016/7/layout/HorizontalActionList"/>
    <dgm:cxn modelId="{A565B570-6123-D440-9705-5AB2D1BA5E0E}" type="presParOf" srcId="{A8CA04AA-725E-9246-BEE2-69726354E175}" destId="{3993458A-AAFB-7344-AEAC-CDCD2EA24F80}" srcOrd="2" destOrd="0" presId="urn:microsoft.com/office/officeart/2016/7/layout/HorizontalActionList"/>
    <dgm:cxn modelId="{8D2C86F5-E932-B94D-8686-70F01129A311}" type="presParOf" srcId="{3993458A-AAFB-7344-AEAC-CDCD2EA24F80}" destId="{6BC37B08-C01C-2C45-82DF-11CE6A3C7F07}" srcOrd="0" destOrd="0" presId="urn:microsoft.com/office/officeart/2016/7/layout/HorizontalActionList"/>
    <dgm:cxn modelId="{BF1218E1-4384-9E4A-A173-F27D2B851E1E}" type="presParOf" srcId="{3993458A-AAFB-7344-AEAC-CDCD2EA24F80}" destId="{3889375C-F8F3-0C45-BEB8-633BC2C4F5E4}" srcOrd="1" destOrd="0" presId="urn:microsoft.com/office/officeart/2016/7/layout/HorizontalActionList"/>
    <dgm:cxn modelId="{7EF444F6-7064-6D42-9DDE-9AD678A1C62A}" type="presParOf" srcId="{A8CA04AA-725E-9246-BEE2-69726354E175}" destId="{35D5A4F4-D5F6-9244-821F-88448C1CB304}" srcOrd="3" destOrd="0" presId="urn:microsoft.com/office/officeart/2016/7/layout/HorizontalActionList"/>
    <dgm:cxn modelId="{15C4CE06-195F-8D42-965C-B8857A55125B}" type="presParOf" srcId="{A8CA04AA-725E-9246-BEE2-69726354E175}" destId="{60E6319E-0951-1843-B0BB-AFE56037D688}" srcOrd="4" destOrd="0" presId="urn:microsoft.com/office/officeart/2016/7/layout/HorizontalActionList"/>
    <dgm:cxn modelId="{BA69CB73-0DB7-D444-B2BF-9DDE9D9CC6EA}" type="presParOf" srcId="{60E6319E-0951-1843-B0BB-AFE56037D688}" destId="{FF8DA30A-E0D5-DE42-8F4F-64CD0B6CAD0B}" srcOrd="0" destOrd="0" presId="urn:microsoft.com/office/officeart/2016/7/layout/HorizontalActionList"/>
    <dgm:cxn modelId="{8C3F48A5-82CB-FF40-A5F9-A8FD7CF244B9}" type="presParOf" srcId="{60E6319E-0951-1843-B0BB-AFE56037D688}" destId="{8EE628C0-00DB-464E-AB85-F3BA113E0AED}" srcOrd="1" destOrd="0" presId="urn:microsoft.com/office/officeart/2016/7/layout/HorizontalActionList"/>
    <dgm:cxn modelId="{2AB6072E-C62F-1645-9D72-C40CB3E345C5}" type="presParOf" srcId="{A8CA04AA-725E-9246-BEE2-69726354E175}" destId="{AEE5966E-BF93-B34E-AC1B-3F1B1D9B9CB1}" srcOrd="5" destOrd="0" presId="urn:microsoft.com/office/officeart/2016/7/layout/HorizontalActionList"/>
    <dgm:cxn modelId="{58DB2AC2-C281-DD4A-B98D-FD5A30FBC3E2}" type="presParOf" srcId="{A8CA04AA-725E-9246-BEE2-69726354E175}" destId="{F970ED65-9FAC-3D47-8E33-AC8AFD9C0CC7}" srcOrd="6" destOrd="0" presId="urn:microsoft.com/office/officeart/2016/7/layout/HorizontalActionList"/>
    <dgm:cxn modelId="{7DF38408-6A70-744A-A77D-9CDB04E95F9B}" type="presParOf" srcId="{F970ED65-9FAC-3D47-8E33-AC8AFD9C0CC7}" destId="{583A1F47-341F-0946-A585-5FAFC2D71A2F}" srcOrd="0" destOrd="0" presId="urn:microsoft.com/office/officeart/2016/7/layout/HorizontalActionList"/>
    <dgm:cxn modelId="{5142D724-1805-624E-8AED-54DB0A5AFE77}" type="presParOf" srcId="{F970ED65-9FAC-3D47-8E33-AC8AFD9C0CC7}" destId="{CFA4622C-B04C-1648-80FF-3FB2A1C2B035}" srcOrd="1" destOrd="0" presId="urn:microsoft.com/office/officeart/2016/7/layout/HorizontalAc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5A1D2EA-2357-4B14-942B-2C76A530B869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1958A85-C3A3-4F50-A2A1-435CB84C4BF4}">
      <dgm:prSet/>
      <dgm:spPr/>
      <dgm:t>
        <a:bodyPr/>
        <a:lstStyle/>
        <a:p>
          <a:r>
            <a:rPr lang="en-US" b="0" i="0"/>
            <a:t>Research approaches are quantitative, qualitative, and mixed methods: </a:t>
          </a:r>
          <a:endParaRPr lang="en-US"/>
        </a:p>
      </dgm:t>
    </dgm:pt>
    <dgm:pt modelId="{07DB93CB-1C4A-460E-9414-2B408FD037AA}" type="parTrans" cxnId="{3015CE09-3BF7-444E-86FB-5396079663B1}">
      <dgm:prSet/>
      <dgm:spPr/>
      <dgm:t>
        <a:bodyPr/>
        <a:lstStyle/>
        <a:p>
          <a:endParaRPr lang="en-US"/>
        </a:p>
      </dgm:t>
    </dgm:pt>
    <dgm:pt modelId="{4D678925-3096-4C67-8749-71C7F1DA366B}" type="sibTrans" cxnId="{3015CE09-3BF7-444E-86FB-5396079663B1}">
      <dgm:prSet/>
      <dgm:spPr/>
      <dgm:t>
        <a:bodyPr/>
        <a:lstStyle/>
        <a:p>
          <a:endParaRPr lang="en-US"/>
        </a:p>
      </dgm:t>
    </dgm:pt>
    <dgm:pt modelId="{C32B8CDF-3B20-4F4C-A13F-318AE2FC03D8}">
      <dgm:prSet/>
      <dgm:spPr/>
      <dgm:t>
        <a:bodyPr/>
        <a:lstStyle/>
        <a:p>
          <a:r>
            <a:rPr lang="en-US" b="1" i="0"/>
            <a:t>Quantitative research</a:t>
          </a:r>
          <a:r>
            <a:rPr lang="en-US"/>
            <a:t>: </a:t>
          </a:r>
          <a:r>
            <a:rPr lang="en-US" b="0" i="0"/>
            <a:t>focuses on numerical data and statistical analysis. </a:t>
          </a:r>
          <a:endParaRPr lang="en-US"/>
        </a:p>
      </dgm:t>
    </dgm:pt>
    <dgm:pt modelId="{8C23ED05-B3C4-449D-A386-788D4AF27521}" type="parTrans" cxnId="{B15E2DA5-4CFD-4DB0-A2F0-525E46486284}">
      <dgm:prSet/>
      <dgm:spPr/>
      <dgm:t>
        <a:bodyPr/>
        <a:lstStyle/>
        <a:p>
          <a:endParaRPr lang="en-US"/>
        </a:p>
      </dgm:t>
    </dgm:pt>
    <dgm:pt modelId="{ED5A9908-DA88-4FE6-914D-81D880483A93}" type="sibTrans" cxnId="{B15E2DA5-4CFD-4DB0-A2F0-525E46486284}">
      <dgm:prSet/>
      <dgm:spPr/>
      <dgm:t>
        <a:bodyPr/>
        <a:lstStyle/>
        <a:p>
          <a:endParaRPr lang="en-US"/>
        </a:p>
      </dgm:t>
    </dgm:pt>
    <dgm:pt modelId="{B2D0F71F-CEAA-4662-8564-9FC259AE13AA}">
      <dgm:prSet/>
      <dgm:spPr/>
      <dgm:t>
        <a:bodyPr/>
        <a:lstStyle/>
        <a:p>
          <a:r>
            <a:rPr lang="en-US" b="0" i="0"/>
            <a:t>It can help researchers find patterns, relationships, and make generalizations. </a:t>
          </a:r>
          <a:endParaRPr lang="en-US"/>
        </a:p>
      </dgm:t>
    </dgm:pt>
    <dgm:pt modelId="{D6EE7B31-9F44-472F-85E0-1EEF0C088031}" type="parTrans" cxnId="{2675BA0E-6917-464A-90E2-ACD958D63C72}">
      <dgm:prSet/>
      <dgm:spPr/>
      <dgm:t>
        <a:bodyPr/>
        <a:lstStyle/>
        <a:p>
          <a:endParaRPr lang="en-US"/>
        </a:p>
      </dgm:t>
    </dgm:pt>
    <dgm:pt modelId="{D52C6AB8-1A88-4781-A4F3-A4B07AF21164}" type="sibTrans" cxnId="{2675BA0E-6917-464A-90E2-ACD958D63C72}">
      <dgm:prSet/>
      <dgm:spPr/>
      <dgm:t>
        <a:bodyPr/>
        <a:lstStyle/>
        <a:p>
          <a:endParaRPr lang="en-US"/>
        </a:p>
      </dgm:t>
    </dgm:pt>
    <dgm:pt modelId="{80FD627A-F23C-4279-AE9A-552117CBCD6D}">
      <dgm:prSet/>
      <dgm:spPr/>
      <dgm:t>
        <a:bodyPr/>
        <a:lstStyle/>
        <a:p>
          <a:r>
            <a:rPr lang="en-US" b="0" i="0"/>
            <a:t>Quantitative research is good for reaching a large number of people quickly.</a:t>
          </a:r>
          <a:endParaRPr lang="en-US"/>
        </a:p>
      </dgm:t>
    </dgm:pt>
    <dgm:pt modelId="{63F76AA9-0ABF-4139-B6D1-C243C00AC30F}" type="parTrans" cxnId="{34AA1B8E-CC2D-406A-BC0C-2F28AD8C45F5}">
      <dgm:prSet/>
      <dgm:spPr/>
      <dgm:t>
        <a:bodyPr/>
        <a:lstStyle/>
        <a:p>
          <a:endParaRPr lang="en-US"/>
        </a:p>
      </dgm:t>
    </dgm:pt>
    <dgm:pt modelId="{6C5D07F9-B2B8-49E6-AB00-D8BD98B3F712}" type="sibTrans" cxnId="{34AA1B8E-CC2D-406A-BC0C-2F28AD8C45F5}">
      <dgm:prSet/>
      <dgm:spPr/>
      <dgm:t>
        <a:bodyPr/>
        <a:lstStyle/>
        <a:p>
          <a:endParaRPr lang="en-US"/>
        </a:p>
      </dgm:t>
    </dgm:pt>
    <dgm:pt modelId="{764A4F1D-C5F3-406F-9461-678AFC6201FE}">
      <dgm:prSet/>
      <dgm:spPr/>
      <dgm:t>
        <a:bodyPr/>
        <a:lstStyle/>
        <a:p>
          <a:r>
            <a:rPr lang="en-US" b="1" i="0"/>
            <a:t>Qualitative research: </a:t>
          </a:r>
          <a:r>
            <a:rPr lang="en-US" b="0" i="0"/>
            <a:t>focuses on detailed descriptions and interpretations of people's experiences, emotions, behaviors, and opinions. </a:t>
          </a:r>
          <a:endParaRPr lang="en-US"/>
        </a:p>
      </dgm:t>
    </dgm:pt>
    <dgm:pt modelId="{5DE13697-1E14-4583-8FAD-8C914079F820}" type="parTrans" cxnId="{95A92BD5-974D-46C6-82DC-920C30FE5841}">
      <dgm:prSet/>
      <dgm:spPr/>
      <dgm:t>
        <a:bodyPr/>
        <a:lstStyle/>
        <a:p>
          <a:endParaRPr lang="en-US"/>
        </a:p>
      </dgm:t>
    </dgm:pt>
    <dgm:pt modelId="{2448DF47-6DB2-4077-A9D0-8CD8800D5D97}" type="sibTrans" cxnId="{95A92BD5-974D-46C6-82DC-920C30FE5841}">
      <dgm:prSet/>
      <dgm:spPr/>
      <dgm:t>
        <a:bodyPr/>
        <a:lstStyle/>
        <a:p>
          <a:endParaRPr lang="en-US"/>
        </a:p>
      </dgm:t>
    </dgm:pt>
    <dgm:pt modelId="{F2B9E555-BAA9-4375-B720-14C5FB8953B1}">
      <dgm:prSet/>
      <dgm:spPr/>
      <dgm:t>
        <a:bodyPr/>
        <a:lstStyle/>
        <a:p>
          <a:r>
            <a:rPr lang="en-US" b="0" i="0"/>
            <a:t>Qualitative research is useful for exploring complex concepts, social interactions, and cultural phenomena.</a:t>
          </a:r>
          <a:endParaRPr lang="en-US"/>
        </a:p>
      </dgm:t>
    </dgm:pt>
    <dgm:pt modelId="{7F0768F2-D86B-4181-BE7B-639D08A6430F}" type="parTrans" cxnId="{5C706D82-4A29-4941-9168-AF3C6C1706D7}">
      <dgm:prSet/>
      <dgm:spPr/>
      <dgm:t>
        <a:bodyPr/>
        <a:lstStyle/>
        <a:p>
          <a:endParaRPr lang="en-US"/>
        </a:p>
      </dgm:t>
    </dgm:pt>
    <dgm:pt modelId="{8B4745D4-2C77-42F5-A550-1B74EAD6C60C}" type="sibTrans" cxnId="{5C706D82-4A29-4941-9168-AF3C6C1706D7}">
      <dgm:prSet/>
      <dgm:spPr/>
      <dgm:t>
        <a:bodyPr/>
        <a:lstStyle/>
        <a:p>
          <a:endParaRPr lang="en-US"/>
        </a:p>
      </dgm:t>
    </dgm:pt>
    <dgm:pt modelId="{84BFF608-8651-1C4C-B560-9512135B227C}" type="pres">
      <dgm:prSet presAssocID="{75A1D2EA-2357-4B14-942B-2C76A530B869}" presName="linear" presStyleCnt="0">
        <dgm:presLayoutVars>
          <dgm:animLvl val="lvl"/>
          <dgm:resizeHandles val="exact"/>
        </dgm:presLayoutVars>
      </dgm:prSet>
      <dgm:spPr/>
    </dgm:pt>
    <dgm:pt modelId="{F3A0E75D-A155-2548-A44D-B88B96980935}" type="pres">
      <dgm:prSet presAssocID="{A1958A85-C3A3-4F50-A2A1-435CB84C4BF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8D1DA16-C454-E24E-8320-EA866281C250}" type="pres">
      <dgm:prSet presAssocID="{4D678925-3096-4C67-8749-71C7F1DA366B}" presName="spacer" presStyleCnt="0"/>
      <dgm:spPr/>
    </dgm:pt>
    <dgm:pt modelId="{5BBC39BE-1135-9C49-9D44-BAA78CE87A93}" type="pres">
      <dgm:prSet presAssocID="{C32B8CDF-3B20-4F4C-A13F-318AE2FC03D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CA7F8FE-BA0D-894B-B745-C1DAEF7418C3}" type="pres">
      <dgm:prSet presAssocID="{C32B8CDF-3B20-4F4C-A13F-318AE2FC03D8}" presName="childText" presStyleLbl="revTx" presStyleIdx="0" presStyleCnt="2">
        <dgm:presLayoutVars>
          <dgm:bulletEnabled val="1"/>
        </dgm:presLayoutVars>
      </dgm:prSet>
      <dgm:spPr/>
    </dgm:pt>
    <dgm:pt modelId="{DFB2200F-FB2D-1541-B53B-127CCAEAAFEA}" type="pres">
      <dgm:prSet presAssocID="{764A4F1D-C5F3-406F-9461-678AFC6201FE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5F62FC0C-BEF7-5543-9802-450397F04A15}" type="pres">
      <dgm:prSet presAssocID="{764A4F1D-C5F3-406F-9461-678AFC6201FE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CC117704-DF0A-E740-9D55-C5BFEF8FBE5C}" type="presOf" srcId="{F2B9E555-BAA9-4375-B720-14C5FB8953B1}" destId="{5F62FC0C-BEF7-5543-9802-450397F04A15}" srcOrd="0" destOrd="0" presId="urn:microsoft.com/office/officeart/2005/8/layout/vList2"/>
    <dgm:cxn modelId="{3015CE09-3BF7-444E-86FB-5396079663B1}" srcId="{75A1D2EA-2357-4B14-942B-2C76A530B869}" destId="{A1958A85-C3A3-4F50-A2A1-435CB84C4BF4}" srcOrd="0" destOrd="0" parTransId="{07DB93CB-1C4A-460E-9414-2B408FD037AA}" sibTransId="{4D678925-3096-4C67-8749-71C7F1DA366B}"/>
    <dgm:cxn modelId="{2675BA0E-6917-464A-90E2-ACD958D63C72}" srcId="{C32B8CDF-3B20-4F4C-A13F-318AE2FC03D8}" destId="{B2D0F71F-CEAA-4662-8564-9FC259AE13AA}" srcOrd="0" destOrd="0" parTransId="{D6EE7B31-9F44-472F-85E0-1EEF0C088031}" sibTransId="{D52C6AB8-1A88-4781-A4F3-A4B07AF21164}"/>
    <dgm:cxn modelId="{064C5D67-9052-474F-9921-525DDAACE418}" type="presOf" srcId="{80FD627A-F23C-4279-AE9A-552117CBCD6D}" destId="{8CA7F8FE-BA0D-894B-B745-C1DAEF7418C3}" srcOrd="0" destOrd="1" presId="urn:microsoft.com/office/officeart/2005/8/layout/vList2"/>
    <dgm:cxn modelId="{5C706D82-4A29-4941-9168-AF3C6C1706D7}" srcId="{764A4F1D-C5F3-406F-9461-678AFC6201FE}" destId="{F2B9E555-BAA9-4375-B720-14C5FB8953B1}" srcOrd="0" destOrd="0" parTransId="{7F0768F2-D86B-4181-BE7B-639D08A6430F}" sibTransId="{8B4745D4-2C77-42F5-A550-1B74EAD6C60C}"/>
    <dgm:cxn modelId="{34AA1B8E-CC2D-406A-BC0C-2F28AD8C45F5}" srcId="{C32B8CDF-3B20-4F4C-A13F-318AE2FC03D8}" destId="{80FD627A-F23C-4279-AE9A-552117CBCD6D}" srcOrd="1" destOrd="0" parTransId="{63F76AA9-0ABF-4139-B6D1-C243C00AC30F}" sibTransId="{6C5D07F9-B2B8-49E6-AB00-D8BD98B3F712}"/>
    <dgm:cxn modelId="{26FCF892-DB70-3240-8183-3CAC1ECC36E8}" type="presOf" srcId="{C32B8CDF-3B20-4F4C-A13F-318AE2FC03D8}" destId="{5BBC39BE-1135-9C49-9D44-BAA78CE87A93}" srcOrd="0" destOrd="0" presId="urn:microsoft.com/office/officeart/2005/8/layout/vList2"/>
    <dgm:cxn modelId="{B15E2DA5-4CFD-4DB0-A2F0-525E46486284}" srcId="{75A1D2EA-2357-4B14-942B-2C76A530B869}" destId="{C32B8CDF-3B20-4F4C-A13F-318AE2FC03D8}" srcOrd="1" destOrd="0" parTransId="{8C23ED05-B3C4-449D-A386-788D4AF27521}" sibTransId="{ED5A9908-DA88-4FE6-914D-81D880483A93}"/>
    <dgm:cxn modelId="{144A0AA6-F090-0E46-8477-AA6728062E89}" type="presOf" srcId="{764A4F1D-C5F3-406F-9461-678AFC6201FE}" destId="{DFB2200F-FB2D-1541-B53B-127CCAEAAFEA}" srcOrd="0" destOrd="0" presId="urn:microsoft.com/office/officeart/2005/8/layout/vList2"/>
    <dgm:cxn modelId="{22042EBC-2379-574E-BC84-3AE78609ACCD}" type="presOf" srcId="{75A1D2EA-2357-4B14-942B-2C76A530B869}" destId="{84BFF608-8651-1C4C-B560-9512135B227C}" srcOrd="0" destOrd="0" presId="urn:microsoft.com/office/officeart/2005/8/layout/vList2"/>
    <dgm:cxn modelId="{95A92BD5-974D-46C6-82DC-920C30FE5841}" srcId="{75A1D2EA-2357-4B14-942B-2C76A530B869}" destId="{764A4F1D-C5F3-406F-9461-678AFC6201FE}" srcOrd="2" destOrd="0" parTransId="{5DE13697-1E14-4583-8FAD-8C914079F820}" sibTransId="{2448DF47-6DB2-4077-A9D0-8CD8800D5D97}"/>
    <dgm:cxn modelId="{1AA267ED-8641-B94A-8213-21C264F6B768}" type="presOf" srcId="{A1958A85-C3A3-4F50-A2A1-435CB84C4BF4}" destId="{F3A0E75D-A155-2548-A44D-B88B96980935}" srcOrd="0" destOrd="0" presId="urn:microsoft.com/office/officeart/2005/8/layout/vList2"/>
    <dgm:cxn modelId="{EFF2C8F1-C859-AB4B-8461-88CB1553867E}" type="presOf" srcId="{B2D0F71F-CEAA-4662-8564-9FC259AE13AA}" destId="{8CA7F8FE-BA0D-894B-B745-C1DAEF7418C3}" srcOrd="0" destOrd="0" presId="urn:microsoft.com/office/officeart/2005/8/layout/vList2"/>
    <dgm:cxn modelId="{6A18DCE4-A681-F545-A4BB-8E9A5E77E181}" type="presParOf" srcId="{84BFF608-8651-1C4C-B560-9512135B227C}" destId="{F3A0E75D-A155-2548-A44D-B88B96980935}" srcOrd="0" destOrd="0" presId="urn:microsoft.com/office/officeart/2005/8/layout/vList2"/>
    <dgm:cxn modelId="{0D121116-2228-1549-8B93-591AC1DF0C75}" type="presParOf" srcId="{84BFF608-8651-1C4C-B560-9512135B227C}" destId="{18D1DA16-C454-E24E-8320-EA866281C250}" srcOrd="1" destOrd="0" presId="urn:microsoft.com/office/officeart/2005/8/layout/vList2"/>
    <dgm:cxn modelId="{F79D9537-2D19-1C48-8BF2-9DF02D223982}" type="presParOf" srcId="{84BFF608-8651-1C4C-B560-9512135B227C}" destId="{5BBC39BE-1135-9C49-9D44-BAA78CE87A93}" srcOrd="2" destOrd="0" presId="urn:microsoft.com/office/officeart/2005/8/layout/vList2"/>
    <dgm:cxn modelId="{31B70548-28E7-A54C-818B-0AB9DD220BDE}" type="presParOf" srcId="{84BFF608-8651-1C4C-B560-9512135B227C}" destId="{8CA7F8FE-BA0D-894B-B745-C1DAEF7418C3}" srcOrd="3" destOrd="0" presId="urn:microsoft.com/office/officeart/2005/8/layout/vList2"/>
    <dgm:cxn modelId="{222F44A9-4E07-7341-8AD2-F8300BD18802}" type="presParOf" srcId="{84BFF608-8651-1C4C-B560-9512135B227C}" destId="{DFB2200F-FB2D-1541-B53B-127CCAEAAFEA}" srcOrd="4" destOrd="0" presId="urn:microsoft.com/office/officeart/2005/8/layout/vList2"/>
    <dgm:cxn modelId="{11941249-39F4-9A45-B107-B6AB4FC015C7}" type="presParOf" srcId="{84BFF608-8651-1C4C-B560-9512135B227C}" destId="{5F62FC0C-BEF7-5543-9802-450397F04A15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54AD3C0-BF4C-4D8B-ACE0-4F882CDA344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10DC8B0-0AE9-439D-A1F1-6E45DFBD5108}">
      <dgm:prSet/>
      <dgm:spPr/>
      <dgm:t>
        <a:bodyPr/>
        <a:lstStyle/>
        <a:p>
          <a:r>
            <a:rPr lang="en-US" b="1" i="0"/>
            <a:t>Mixed methods research: </a:t>
          </a:r>
          <a:r>
            <a:rPr lang="en-US" b="0" i="0"/>
            <a:t>combines both quantitative and qualitative research methods. </a:t>
          </a:r>
          <a:endParaRPr lang="en-US"/>
        </a:p>
      </dgm:t>
    </dgm:pt>
    <dgm:pt modelId="{2FAEEFD2-E1A8-438A-B232-DDA05BFBC912}" type="parTrans" cxnId="{AE9188BB-C987-49F0-9503-52A0BB5679FD}">
      <dgm:prSet/>
      <dgm:spPr/>
      <dgm:t>
        <a:bodyPr/>
        <a:lstStyle/>
        <a:p>
          <a:endParaRPr lang="en-US"/>
        </a:p>
      </dgm:t>
    </dgm:pt>
    <dgm:pt modelId="{0FE22996-61C3-47B3-8C8C-6FDF4D15F43F}" type="sibTrans" cxnId="{AE9188BB-C987-49F0-9503-52A0BB5679FD}">
      <dgm:prSet/>
      <dgm:spPr/>
      <dgm:t>
        <a:bodyPr/>
        <a:lstStyle/>
        <a:p>
          <a:endParaRPr lang="en-US"/>
        </a:p>
      </dgm:t>
    </dgm:pt>
    <dgm:pt modelId="{3F8806D4-824D-4370-9FD6-90DE181E9217}">
      <dgm:prSet/>
      <dgm:spPr/>
      <dgm:t>
        <a:bodyPr/>
        <a:lstStyle/>
        <a:p>
          <a:r>
            <a:rPr lang="en-US" b="0" i="0"/>
            <a:t>It allows researchers to validate their findings and explain unexpected results.</a:t>
          </a:r>
          <a:endParaRPr lang="en-US"/>
        </a:p>
      </dgm:t>
    </dgm:pt>
    <dgm:pt modelId="{E061C8CA-249C-4285-98D7-4BC93B462E4D}" type="parTrans" cxnId="{4984F1E1-1C9C-49A4-ADA8-D54ED3D737BE}">
      <dgm:prSet/>
      <dgm:spPr/>
      <dgm:t>
        <a:bodyPr/>
        <a:lstStyle/>
        <a:p>
          <a:endParaRPr lang="en-US"/>
        </a:p>
      </dgm:t>
    </dgm:pt>
    <dgm:pt modelId="{0925587D-ECB6-4812-BE60-74ECEA2778D3}" type="sibTrans" cxnId="{4984F1E1-1C9C-49A4-ADA8-D54ED3D737BE}">
      <dgm:prSet/>
      <dgm:spPr/>
      <dgm:t>
        <a:bodyPr/>
        <a:lstStyle/>
        <a:p>
          <a:endParaRPr lang="en-US"/>
        </a:p>
      </dgm:t>
    </dgm:pt>
    <dgm:pt modelId="{5E01DB4F-48CB-423F-A84E-7CA9660F8B59}">
      <dgm:prSet/>
      <dgm:spPr/>
      <dgm:t>
        <a:bodyPr/>
        <a:lstStyle/>
        <a:p>
          <a:r>
            <a:rPr lang="en-US" b="0" i="0" dirty="0"/>
            <a:t>Some other research approaches: Action research, Ethnographic research, Case studies, Grounded theory, and Phenomenological research.</a:t>
          </a:r>
          <a:endParaRPr lang="en-US" dirty="0"/>
        </a:p>
      </dgm:t>
    </dgm:pt>
    <dgm:pt modelId="{951D8FBA-B6C3-491F-8969-BCEFCCB396A8}" type="parTrans" cxnId="{F37C3D60-0DC8-4BD9-B2F9-DD50A437F490}">
      <dgm:prSet/>
      <dgm:spPr/>
      <dgm:t>
        <a:bodyPr/>
        <a:lstStyle/>
        <a:p>
          <a:endParaRPr lang="en-US"/>
        </a:p>
      </dgm:t>
    </dgm:pt>
    <dgm:pt modelId="{7C881D1C-610C-43E8-86A7-EA0726D56264}" type="sibTrans" cxnId="{F37C3D60-0DC8-4BD9-B2F9-DD50A437F490}">
      <dgm:prSet/>
      <dgm:spPr/>
      <dgm:t>
        <a:bodyPr/>
        <a:lstStyle/>
        <a:p>
          <a:endParaRPr lang="en-US"/>
        </a:p>
      </dgm:t>
    </dgm:pt>
    <dgm:pt modelId="{593C50C0-484E-A14D-9806-53AF2EA9A632}" type="pres">
      <dgm:prSet presAssocID="{754AD3C0-BF4C-4D8B-ACE0-4F882CDA344F}" presName="linear" presStyleCnt="0">
        <dgm:presLayoutVars>
          <dgm:animLvl val="lvl"/>
          <dgm:resizeHandles val="exact"/>
        </dgm:presLayoutVars>
      </dgm:prSet>
      <dgm:spPr/>
    </dgm:pt>
    <dgm:pt modelId="{9CA478EA-3CE2-9147-BA74-661EC9572070}" type="pres">
      <dgm:prSet presAssocID="{910DC8B0-0AE9-439D-A1F1-6E45DFBD510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CD93F73-A26A-0744-BFCD-BC82AA561088}" type="pres">
      <dgm:prSet presAssocID="{910DC8B0-0AE9-439D-A1F1-6E45DFBD5108}" presName="childText" presStyleLbl="revTx" presStyleIdx="0" presStyleCnt="1">
        <dgm:presLayoutVars>
          <dgm:bulletEnabled val="1"/>
        </dgm:presLayoutVars>
      </dgm:prSet>
      <dgm:spPr/>
    </dgm:pt>
    <dgm:pt modelId="{1BAA7B11-5B8B-F245-A4F3-70353DCE5199}" type="pres">
      <dgm:prSet presAssocID="{5E01DB4F-48CB-423F-A84E-7CA9660F8B59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D52F7D13-6F84-924D-A6E8-2F7372FDB6E7}" type="presOf" srcId="{910DC8B0-0AE9-439D-A1F1-6E45DFBD5108}" destId="{9CA478EA-3CE2-9147-BA74-661EC9572070}" srcOrd="0" destOrd="0" presId="urn:microsoft.com/office/officeart/2005/8/layout/vList2"/>
    <dgm:cxn modelId="{9542EA29-7AA1-5E45-9956-CDB4DEBF64BA}" type="presOf" srcId="{754AD3C0-BF4C-4D8B-ACE0-4F882CDA344F}" destId="{593C50C0-484E-A14D-9806-53AF2EA9A632}" srcOrd="0" destOrd="0" presId="urn:microsoft.com/office/officeart/2005/8/layout/vList2"/>
    <dgm:cxn modelId="{DBB52D3B-9136-574E-B6DA-0E20AA72C78A}" type="presOf" srcId="{3F8806D4-824D-4370-9FD6-90DE181E9217}" destId="{1CD93F73-A26A-0744-BFCD-BC82AA561088}" srcOrd="0" destOrd="0" presId="urn:microsoft.com/office/officeart/2005/8/layout/vList2"/>
    <dgm:cxn modelId="{02575F44-AFF0-614A-A58F-41F23C2E8452}" type="presOf" srcId="{5E01DB4F-48CB-423F-A84E-7CA9660F8B59}" destId="{1BAA7B11-5B8B-F245-A4F3-70353DCE5199}" srcOrd="0" destOrd="0" presId="urn:microsoft.com/office/officeart/2005/8/layout/vList2"/>
    <dgm:cxn modelId="{F37C3D60-0DC8-4BD9-B2F9-DD50A437F490}" srcId="{754AD3C0-BF4C-4D8B-ACE0-4F882CDA344F}" destId="{5E01DB4F-48CB-423F-A84E-7CA9660F8B59}" srcOrd="1" destOrd="0" parTransId="{951D8FBA-B6C3-491F-8969-BCEFCCB396A8}" sibTransId="{7C881D1C-610C-43E8-86A7-EA0726D56264}"/>
    <dgm:cxn modelId="{AE9188BB-C987-49F0-9503-52A0BB5679FD}" srcId="{754AD3C0-BF4C-4D8B-ACE0-4F882CDA344F}" destId="{910DC8B0-0AE9-439D-A1F1-6E45DFBD5108}" srcOrd="0" destOrd="0" parTransId="{2FAEEFD2-E1A8-438A-B232-DDA05BFBC912}" sibTransId="{0FE22996-61C3-47B3-8C8C-6FDF4D15F43F}"/>
    <dgm:cxn modelId="{4984F1E1-1C9C-49A4-ADA8-D54ED3D737BE}" srcId="{910DC8B0-0AE9-439D-A1F1-6E45DFBD5108}" destId="{3F8806D4-824D-4370-9FD6-90DE181E9217}" srcOrd="0" destOrd="0" parTransId="{E061C8CA-249C-4285-98D7-4BC93B462E4D}" sibTransId="{0925587D-ECB6-4812-BE60-74ECEA2778D3}"/>
    <dgm:cxn modelId="{086DBCC1-2F7B-9744-B996-E805DEEFDB78}" type="presParOf" srcId="{593C50C0-484E-A14D-9806-53AF2EA9A632}" destId="{9CA478EA-3CE2-9147-BA74-661EC9572070}" srcOrd="0" destOrd="0" presId="urn:microsoft.com/office/officeart/2005/8/layout/vList2"/>
    <dgm:cxn modelId="{1ACA1C20-3A76-EA46-B267-69D87F104E2B}" type="presParOf" srcId="{593C50C0-484E-A14D-9806-53AF2EA9A632}" destId="{1CD93F73-A26A-0744-BFCD-BC82AA561088}" srcOrd="1" destOrd="0" presId="urn:microsoft.com/office/officeart/2005/8/layout/vList2"/>
    <dgm:cxn modelId="{A33CFF32-A5C7-2045-8792-8AF89B1E7813}" type="presParOf" srcId="{593C50C0-484E-A14D-9806-53AF2EA9A632}" destId="{1BAA7B11-5B8B-F245-A4F3-70353DCE5199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FBD4F97-8998-4DA6-9C6A-E47F644EFF8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A189168F-1397-4020-8A4B-5DDB0137B1C7}">
      <dgm:prSet/>
      <dgm:spPr/>
      <dgm:t>
        <a:bodyPr/>
        <a:lstStyle/>
        <a:p>
          <a:r>
            <a:rPr lang="en-US" dirty="0"/>
            <a:t>Discuss the theoretical framework that </a:t>
          </a:r>
          <a:r>
            <a:rPr lang="en-US" b="0" i="0" dirty="0"/>
            <a:t>support  </a:t>
          </a:r>
          <a:r>
            <a:rPr lang="en-US" dirty="0"/>
            <a:t>your research approach and its relevance to the study</a:t>
          </a:r>
        </a:p>
      </dgm:t>
    </dgm:pt>
    <dgm:pt modelId="{29C71A30-675E-4F7E-8BD9-59F86EAC8593}" type="parTrans" cxnId="{B50DA4DE-3E1A-43D2-A1BB-A8894976A841}">
      <dgm:prSet/>
      <dgm:spPr/>
      <dgm:t>
        <a:bodyPr/>
        <a:lstStyle/>
        <a:p>
          <a:endParaRPr lang="en-US"/>
        </a:p>
      </dgm:t>
    </dgm:pt>
    <dgm:pt modelId="{6A070C6B-2CAA-43F9-8A66-F6C0E936251B}" type="sibTrans" cxnId="{B50DA4DE-3E1A-43D2-A1BB-A8894976A841}">
      <dgm:prSet/>
      <dgm:spPr/>
      <dgm:t>
        <a:bodyPr/>
        <a:lstStyle/>
        <a:p>
          <a:endParaRPr lang="en-US"/>
        </a:p>
      </dgm:t>
    </dgm:pt>
    <dgm:pt modelId="{C4FCA18C-2031-4DEA-9BD2-46C542A3EC58}">
      <dgm:prSet/>
      <dgm:spPr/>
      <dgm:t>
        <a:bodyPr/>
        <a:lstStyle/>
        <a:p>
          <a:r>
            <a:rPr lang="en-US"/>
            <a:t>Elaborate on why the chosen methodology is best suited to answer the research questions or hypotheses.</a:t>
          </a:r>
        </a:p>
      </dgm:t>
    </dgm:pt>
    <dgm:pt modelId="{D53A061F-5FD2-46AF-8EC3-279AC2714641}" type="parTrans" cxnId="{E3A634B8-76C3-4BCF-88A8-7563A763350B}">
      <dgm:prSet/>
      <dgm:spPr/>
      <dgm:t>
        <a:bodyPr/>
        <a:lstStyle/>
        <a:p>
          <a:endParaRPr lang="en-US"/>
        </a:p>
      </dgm:t>
    </dgm:pt>
    <dgm:pt modelId="{0BEA75D4-3F57-49A0-8E49-D64406D564C4}" type="sibTrans" cxnId="{E3A634B8-76C3-4BCF-88A8-7563A763350B}">
      <dgm:prSet/>
      <dgm:spPr/>
      <dgm:t>
        <a:bodyPr/>
        <a:lstStyle/>
        <a:p>
          <a:endParaRPr lang="en-US"/>
        </a:p>
      </dgm:t>
    </dgm:pt>
    <dgm:pt modelId="{1314468C-83AE-49AD-BA42-08FCD649867F}">
      <dgm:prSet/>
      <dgm:spPr/>
      <dgm:t>
        <a:bodyPr/>
        <a:lstStyle/>
        <a:p>
          <a:r>
            <a:rPr lang="en-US"/>
            <a:t>Provide evidence or literature references that support your choice of methodology, demonstrating its validity.</a:t>
          </a:r>
        </a:p>
      </dgm:t>
    </dgm:pt>
    <dgm:pt modelId="{03CA10FE-20EB-42CD-985D-D8B251E5CEE8}" type="parTrans" cxnId="{1D8A6327-D238-459F-9E59-163CD2B6E23E}">
      <dgm:prSet/>
      <dgm:spPr/>
      <dgm:t>
        <a:bodyPr/>
        <a:lstStyle/>
        <a:p>
          <a:endParaRPr lang="en-US"/>
        </a:p>
      </dgm:t>
    </dgm:pt>
    <dgm:pt modelId="{D9C590CB-3368-45C7-8685-2580EC470F3B}" type="sibTrans" cxnId="{1D8A6327-D238-459F-9E59-163CD2B6E23E}">
      <dgm:prSet/>
      <dgm:spPr/>
      <dgm:t>
        <a:bodyPr/>
        <a:lstStyle/>
        <a:p>
          <a:endParaRPr lang="en-US"/>
        </a:p>
      </dgm:t>
    </dgm:pt>
    <dgm:pt modelId="{70B94D97-A09A-4EDC-AC34-2DA2CA48E44B}">
      <dgm:prSet/>
      <dgm:spPr/>
      <dgm:t>
        <a:bodyPr/>
        <a:lstStyle/>
        <a:p>
          <a:r>
            <a:rPr lang="en-US"/>
            <a:t>Address any limitations related to alternative approaches that were considered and discarded.</a:t>
          </a:r>
        </a:p>
      </dgm:t>
    </dgm:pt>
    <dgm:pt modelId="{EF50DEBB-5567-4E54-AE53-1995BCE891D5}" type="parTrans" cxnId="{A5F99837-2F74-4A11-B6FB-7FA8BAA9F8AF}">
      <dgm:prSet/>
      <dgm:spPr/>
      <dgm:t>
        <a:bodyPr/>
        <a:lstStyle/>
        <a:p>
          <a:endParaRPr lang="en-US"/>
        </a:p>
      </dgm:t>
    </dgm:pt>
    <dgm:pt modelId="{A998A86F-040C-409D-A42E-BF53CF6E3618}" type="sibTrans" cxnId="{A5F99837-2F74-4A11-B6FB-7FA8BAA9F8AF}">
      <dgm:prSet/>
      <dgm:spPr/>
      <dgm:t>
        <a:bodyPr/>
        <a:lstStyle/>
        <a:p>
          <a:endParaRPr lang="en-US"/>
        </a:p>
      </dgm:t>
    </dgm:pt>
    <dgm:pt modelId="{F20953B3-290B-4A8B-A442-642A557DE27B}" type="pres">
      <dgm:prSet presAssocID="{EFBD4F97-8998-4DA6-9C6A-E47F644EFF88}" presName="root" presStyleCnt="0">
        <dgm:presLayoutVars>
          <dgm:dir/>
          <dgm:resizeHandles val="exact"/>
        </dgm:presLayoutVars>
      </dgm:prSet>
      <dgm:spPr/>
    </dgm:pt>
    <dgm:pt modelId="{63FAF099-6BDD-44B4-AD41-2B78965B4342}" type="pres">
      <dgm:prSet presAssocID="{A189168F-1397-4020-8A4B-5DDB0137B1C7}" presName="compNode" presStyleCnt="0"/>
      <dgm:spPr/>
    </dgm:pt>
    <dgm:pt modelId="{63620FFC-47D9-4AC4-9FC9-D8B8B0F6CD70}" type="pres">
      <dgm:prSet presAssocID="{A189168F-1397-4020-8A4B-5DDB0137B1C7}" presName="bgRect" presStyleLbl="bgShp" presStyleIdx="0" presStyleCnt="4"/>
      <dgm:spPr/>
    </dgm:pt>
    <dgm:pt modelId="{23C61D5A-5E4D-4CA6-8DB5-F2F7E6917612}" type="pres">
      <dgm:prSet presAssocID="{A189168F-1397-4020-8A4B-5DDB0137B1C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7B214907-BD79-4BA2-8D33-55061B352807}" type="pres">
      <dgm:prSet presAssocID="{A189168F-1397-4020-8A4B-5DDB0137B1C7}" presName="spaceRect" presStyleCnt="0"/>
      <dgm:spPr/>
    </dgm:pt>
    <dgm:pt modelId="{E9819CB1-7F43-4011-BADA-43060A91F03C}" type="pres">
      <dgm:prSet presAssocID="{A189168F-1397-4020-8A4B-5DDB0137B1C7}" presName="parTx" presStyleLbl="revTx" presStyleIdx="0" presStyleCnt="4">
        <dgm:presLayoutVars>
          <dgm:chMax val="0"/>
          <dgm:chPref val="0"/>
        </dgm:presLayoutVars>
      </dgm:prSet>
      <dgm:spPr/>
    </dgm:pt>
    <dgm:pt modelId="{94475FA0-58A8-4F40-A8BD-59D14A5CC103}" type="pres">
      <dgm:prSet presAssocID="{6A070C6B-2CAA-43F9-8A66-F6C0E936251B}" presName="sibTrans" presStyleCnt="0"/>
      <dgm:spPr/>
    </dgm:pt>
    <dgm:pt modelId="{E2C04351-522F-4CE1-8B1E-0566C4D67030}" type="pres">
      <dgm:prSet presAssocID="{C4FCA18C-2031-4DEA-9BD2-46C542A3EC58}" presName="compNode" presStyleCnt="0"/>
      <dgm:spPr/>
    </dgm:pt>
    <dgm:pt modelId="{63274FE7-CFC4-4F2D-823A-AC08B31F612B}" type="pres">
      <dgm:prSet presAssocID="{C4FCA18C-2031-4DEA-9BD2-46C542A3EC58}" presName="bgRect" presStyleLbl="bgShp" presStyleIdx="1" presStyleCnt="4"/>
      <dgm:spPr/>
    </dgm:pt>
    <dgm:pt modelId="{73DAE110-676C-4514-B09B-E885C42EE944}" type="pres">
      <dgm:prSet presAssocID="{C4FCA18C-2031-4DEA-9BD2-46C542A3EC5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73C139B5-878E-4764-AC36-61014A6FB068}" type="pres">
      <dgm:prSet presAssocID="{C4FCA18C-2031-4DEA-9BD2-46C542A3EC58}" presName="spaceRect" presStyleCnt="0"/>
      <dgm:spPr/>
    </dgm:pt>
    <dgm:pt modelId="{81D9702F-5F03-4D6E-B3FE-65694883549A}" type="pres">
      <dgm:prSet presAssocID="{C4FCA18C-2031-4DEA-9BD2-46C542A3EC58}" presName="parTx" presStyleLbl="revTx" presStyleIdx="1" presStyleCnt="4">
        <dgm:presLayoutVars>
          <dgm:chMax val="0"/>
          <dgm:chPref val="0"/>
        </dgm:presLayoutVars>
      </dgm:prSet>
      <dgm:spPr/>
    </dgm:pt>
    <dgm:pt modelId="{3B58F0A1-BDB4-4CA8-89C9-D00D594B0624}" type="pres">
      <dgm:prSet presAssocID="{0BEA75D4-3F57-49A0-8E49-D64406D564C4}" presName="sibTrans" presStyleCnt="0"/>
      <dgm:spPr/>
    </dgm:pt>
    <dgm:pt modelId="{2F4116FA-3806-4BBE-8DB1-E18A9CFC08F8}" type="pres">
      <dgm:prSet presAssocID="{1314468C-83AE-49AD-BA42-08FCD649867F}" presName="compNode" presStyleCnt="0"/>
      <dgm:spPr/>
    </dgm:pt>
    <dgm:pt modelId="{52872471-F3F7-4D10-8D98-497E9A6BB865}" type="pres">
      <dgm:prSet presAssocID="{1314468C-83AE-49AD-BA42-08FCD649867F}" presName="bgRect" presStyleLbl="bgShp" presStyleIdx="2" presStyleCnt="4"/>
      <dgm:spPr/>
    </dgm:pt>
    <dgm:pt modelId="{9E67FFBF-D87C-4612-961C-80ED1B7A8147}" type="pres">
      <dgm:prSet presAssocID="{1314468C-83AE-49AD-BA42-08FCD649867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DCDCA9ED-9D1A-425A-885C-BC1DD04433EC}" type="pres">
      <dgm:prSet presAssocID="{1314468C-83AE-49AD-BA42-08FCD649867F}" presName="spaceRect" presStyleCnt="0"/>
      <dgm:spPr/>
    </dgm:pt>
    <dgm:pt modelId="{220ED4DA-8456-48F4-883F-F63C4FFBEB6D}" type="pres">
      <dgm:prSet presAssocID="{1314468C-83AE-49AD-BA42-08FCD649867F}" presName="parTx" presStyleLbl="revTx" presStyleIdx="2" presStyleCnt="4">
        <dgm:presLayoutVars>
          <dgm:chMax val="0"/>
          <dgm:chPref val="0"/>
        </dgm:presLayoutVars>
      </dgm:prSet>
      <dgm:spPr/>
    </dgm:pt>
    <dgm:pt modelId="{40D2F282-E813-40BB-B210-F131E0A9ABC2}" type="pres">
      <dgm:prSet presAssocID="{D9C590CB-3368-45C7-8685-2580EC470F3B}" presName="sibTrans" presStyleCnt="0"/>
      <dgm:spPr/>
    </dgm:pt>
    <dgm:pt modelId="{329B2021-A22A-4263-BC87-D43F2BDDE0A8}" type="pres">
      <dgm:prSet presAssocID="{70B94D97-A09A-4EDC-AC34-2DA2CA48E44B}" presName="compNode" presStyleCnt="0"/>
      <dgm:spPr/>
    </dgm:pt>
    <dgm:pt modelId="{E33FF564-2358-481D-ACA5-CA1CA30EF53A}" type="pres">
      <dgm:prSet presAssocID="{70B94D97-A09A-4EDC-AC34-2DA2CA48E44B}" presName="bgRect" presStyleLbl="bgShp" presStyleIdx="3" presStyleCnt="4"/>
      <dgm:spPr/>
    </dgm:pt>
    <dgm:pt modelId="{633973AB-767E-4673-9CDD-BFC6384F444D}" type="pres">
      <dgm:prSet presAssocID="{70B94D97-A09A-4EDC-AC34-2DA2CA48E44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nimize"/>
        </a:ext>
      </dgm:extLst>
    </dgm:pt>
    <dgm:pt modelId="{E19616C6-8008-4F50-8466-4C74448C810D}" type="pres">
      <dgm:prSet presAssocID="{70B94D97-A09A-4EDC-AC34-2DA2CA48E44B}" presName="spaceRect" presStyleCnt="0"/>
      <dgm:spPr/>
    </dgm:pt>
    <dgm:pt modelId="{D43EDAE3-A536-4234-A380-1A26D4C95588}" type="pres">
      <dgm:prSet presAssocID="{70B94D97-A09A-4EDC-AC34-2DA2CA48E44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1987E1F-4744-4C35-988E-0663A5DC01AD}" type="presOf" srcId="{A189168F-1397-4020-8A4B-5DDB0137B1C7}" destId="{E9819CB1-7F43-4011-BADA-43060A91F03C}" srcOrd="0" destOrd="0" presId="urn:microsoft.com/office/officeart/2018/2/layout/IconVerticalSolidList"/>
    <dgm:cxn modelId="{1D8A6327-D238-459F-9E59-163CD2B6E23E}" srcId="{EFBD4F97-8998-4DA6-9C6A-E47F644EFF88}" destId="{1314468C-83AE-49AD-BA42-08FCD649867F}" srcOrd="2" destOrd="0" parTransId="{03CA10FE-20EB-42CD-985D-D8B251E5CEE8}" sibTransId="{D9C590CB-3368-45C7-8685-2580EC470F3B}"/>
    <dgm:cxn modelId="{A5F99837-2F74-4A11-B6FB-7FA8BAA9F8AF}" srcId="{EFBD4F97-8998-4DA6-9C6A-E47F644EFF88}" destId="{70B94D97-A09A-4EDC-AC34-2DA2CA48E44B}" srcOrd="3" destOrd="0" parTransId="{EF50DEBB-5567-4E54-AE53-1995BCE891D5}" sibTransId="{A998A86F-040C-409D-A42E-BF53CF6E3618}"/>
    <dgm:cxn modelId="{FF8CEC41-B749-4837-B534-CBEC995F1145}" type="presOf" srcId="{EFBD4F97-8998-4DA6-9C6A-E47F644EFF88}" destId="{F20953B3-290B-4A8B-A442-642A557DE27B}" srcOrd="0" destOrd="0" presId="urn:microsoft.com/office/officeart/2018/2/layout/IconVerticalSolidList"/>
    <dgm:cxn modelId="{3B33A249-2B43-427C-AB18-5BF41FDF238D}" type="presOf" srcId="{70B94D97-A09A-4EDC-AC34-2DA2CA48E44B}" destId="{D43EDAE3-A536-4234-A380-1A26D4C95588}" srcOrd="0" destOrd="0" presId="urn:microsoft.com/office/officeart/2018/2/layout/IconVerticalSolidList"/>
    <dgm:cxn modelId="{5BD8C374-13AA-41EA-9846-4EFA6B192D6C}" type="presOf" srcId="{1314468C-83AE-49AD-BA42-08FCD649867F}" destId="{220ED4DA-8456-48F4-883F-F63C4FFBEB6D}" srcOrd="0" destOrd="0" presId="urn:microsoft.com/office/officeart/2018/2/layout/IconVerticalSolidList"/>
    <dgm:cxn modelId="{E3A634B8-76C3-4BCF-88A8-7563A763350B}" srcId="{EFBD4F97-8998-4DA6-9C6A-E47F644EFF88}" destId="{C4FCA18C-2031-4DEA-9BD2-46C542A3EC58}" srcOrd="1" destOrd="0" parTransId="{D53A061F-5FD2-46AF-8EC3-279AC2714641}" sibTransId="{0BEA75D4-3F57-49A0-8E49-D64406D564C4}"/>
    <dgm:cxn modelId="{990A57DA-1618-46CA-81D4-22CE33825D86}" type="presOf" srcId="{C4FCA18C-2031-4DEA-9BD2-46C542A3EC58}" destId="{81D9702F-5F03-4D6E-B3FE-65694883549A}" srcOrd="0" destOrd="0" presId="urn:microsoft.com/office/officeart/2018/2/layout/IconVerticalSolidList"/>
    <dgm:cxn modelId="{B50DA4DE-3E1A-43D2-A1BB-A8894976A841}" srcId="{EFBD4F97-8998-4DA6-9C6A-E47F644EFF88}" destId="{A189168F-1397-4020-8A4B-5DDB0137B1C7}" srcOrd="0" destOrd="0" parTransId="{29C71A30-675E-4F7E-8BD9-59F86EAC8593}" sibTransId="{6A070C6B-2CAA-43F9-8A66-F6C0E936251B}"/>
    <dgm:cxn modelId="{B33DC5FF-2C7A-4298-A559-5E2CEDDEBF9A}" type="presParOf" srcId="{F20953B3-290B-4A8B-A442-642A557DE27B}" destId="{63FAF099-6BDD-44B4-AD41-2B78965B4342}" srcOrd="0" destOrd="0" presId="urn:microsoft.com/office/officeart/2018/2/layout/IconVerticalSolidList"/>
    <dgm:cxn modelId="{56FD6C7C-4C7A-4B6E-BE4D-29A4EF7FE4C0}" type="presParOf" srcId="{63FAF099-6BDD-44B4-AD41-2B78965B4342}" destId="{63620FFC-47D9-4AC4-9FC9-D8B8B0F6CD70}" srcOrd="0" destOrd="0" presId="urn:microsoft.com/office/officeart/2018/2/layout/IconVerticalSolidList"/>
    <dgm:cxn modelId="{D275CD57-F16A-4D42-B608-2F0FA3487E29}" type="presParOf" srcId="{63FAF099-6BDD-44B4-AD41-2B78965B4342}" destId="{23C61D5A-5E4D-4CA6-8DB5-F2F7E6917612}" srcOrd="1" destOrd="0" presId="urn:microsoft.com/office/officeart/2018/2/layout/IconVerticalSolidList"/>
    <dgm:cxn modelId="{94417DB7-6A37-4B75-95E8-BD1EFEC50BEF}" type="presParOf" srcId="{63FAF099-6BDD-44B4-AD41-2B78965B4342}" destId="{7B214907-BD79-4BA2-8D33-55061B352807}" srcOrd="2" destOrd="0" presId="urn:microsoft.com/office/officeart/2018/2/layout/IconVerticalSolidList"/>
    <dgm:cxn modelId="{EA3E09C6-E55E-46BE-A70C-D8D889BE62EA}" type="presParOf" srcId="{63FAF099-6BDD-44B4-AD41-2B78965B4342}" destId="{E9819CB1-7F43-4011-BADA-43060A91F03C}" srcOrd="3" destOrd="0" presId="urn:microsoft.com/office/officeart/2018/2/layout/IconVerticalSolidList"/>
    <dgm:cxn modelId="{84628C2C-FFDA-44D0-B7A3-CCF528A7BF7B}" type="presParOf" srcId="{F20953B3-290B-4A8B-A442-642A557DE27B}" destId="{94475FA0-58A8-4F40-A8BD-59D14A5CC103}" srcOrd="1" destOrd="0" presId="urn:microsoft.com/office/officeart/2018/2/layout/IconVerticalSolidList"/>
    <dgm:cxn modelId="{E3C73079-D4F4-41B3-889D-95E27C439DC7}" type="presParOf" srcId="{F20953B3-290B-4A8B-A442-642A557DE27B}" destId="{E2C04351-522F-4CE1-8B1E-0566C4D67030}" srcOrd="2" destOrd="0" presId="urn:microsoft.com/office/officeart/2018/2/layout/IconVerticalSolidList"/>
    <dgm:cxn modelId="{4FE8B8C0-6914-433D-B424-6F4BC6385FFC}" type="presParOf" srcId="{E2C04351-522F-4CE1-8B1E-0566C4D67030}" destId="{63274FE7-CFC4-4F2D-823A-AC08B31F612B}" srcOrd="0" destOrd="0" presId="urn:microsoft.com/office/officeart/2018/2/layout/IconVerticalSolidList"/>
    <dgm:cxn modelId="{90E20DEC-C3BB-490E-ABF4-6628C5B8349A}" type="presParOf" srcId="{E2C04351-522F-4CE1-8B1E-0566C4D67030}" destId="{73DAE110-676C-4514-B09B-E885C42EE944}" srcOrd="1" destOrd="0" presId="urn:microsoft.com/office/officeart/2018/2/layout/IconVerticalSolidList"/>
    <dgm:cxn modelId="{B5101B9C-4BA2-4F8D-8B3D-A7DF990D06A6}" type="presParOf" srcId="{E2C04351-522F-4CE1-8B1E-0566C4D67030}" destId="{73C139B5-878E-4764-AC36-61014A6FB068}" srcOrd="2" destOrd="0" presId="urn:microsoft.com/office/officeart/2018/2/layout/IconVerticalSolidList"/>
    <dgm:cxn modelId="{6EA5B48A-A4C6-4226-B3D4-C8C494568326}" type="presParOf" srcId="{E2C04351-522F-4CE1-8B1E-0566C4D67030}" destId="{81D9702F-5F03-4D6E-B3FE-65694883549A}" srcOrd="3" destOrd="0" presId="urn:microsoft.com/office/officeart/2018/2/layout/IconVerticalSolidList"/>
    <dgm:cxn modelId="{CA61B9B6-BAAA-4602-AA33-388736BAA540}" type="presParOf" srcId="{F20953B3-290B-4A8B-A442-642A557DE27B}" destId="{3B58F0A1-BDB4-4CA8-89C9-D00D594B0624}" srcOrd="3" destOrd="0" presId="urn:microsoft.com/office/officeart/2018/2/layout/IconVerticalSolidList"/>
    <dgm:cxn modelId="{72B5BD68-68C0-4047-A873-60CFA7F6837E}" type="presParOf" srcId="{F20953B3-290B-4A8B-A442-642A557DE27B}" destId="{2F4116FA-3806-4BBE-8DB1-E18A9CFC08F8}" srcOrd="4" destOrd="0" presId="urn:microsoft.com/office/officeart/2018/2/layout/IconVerticalSolidList"/>
    <dgm:cxn modelId="{A6C18D81-DBF2-4957-88A8-ECD4ADBF0EB6}" type="presParOf" srcId="{2F4116FA-3806-4BBE-8DB1-E18A9CFC08F8}" destId="{52872471-F3F7-4D10-8D98-497E9A6BB865}" srcOrd="0" destOrd="0" presId="urn:microsoft.com/office/officeart/2018/2/layout/IconVerticalSolidList"/>
    <dgm:cxn modelId="{8E91E5E1-018A-4F95-B8BE-C5045BCB8140}" type="presParOf" srcId="{2F4116FA-3806-4BBE-8DB1-E18A9CFC08F8}" destId="{9E67FFBF-D87C-4612-961C-80ED1B7A8147}" srcOrd="1" destOrd="0" presId="urn:microsoft.com/office/officeart/2018/2/layout/IconVerticalSolidList"/>
    <dgm:cxn modelId="{590BD3C6-8EBE-460E-A926-E918072CDB86}" type="presParOf" srcId="{2F4116FA-3806-4BBE-8DB1-E18A9CFC08F8}" destId="{DCDCA9ED-9D1A-425A-885C-BC1DD04433EC}" srcOrd="2" destOrd="0" presId="urn:microsoft.com/office/officeart/2018/2/layout/IconVerticalSolidList"/>
    <dgm:cxn modelId="{5585C961-77B1-4A5C-A34B-03390FB9E85E}" type="presParOf" srcId="{2F4116FA-3806-4BBE-8DB1-E18A9CFC08F8}" destId="{220ED4DA-8456-48F4-883F-F63C4FFBEB6D}" srcOrd="3" destOrd="0" presId="urn:microsoft.com/office/officeart/2018/2/layout/IconVerticalSolidList"/>
    <dgm:cxn modelId="{AF681FF3-5220-4DD0-BFDA-CE91953192FB}" type="presParOf" srcId="{F20953B3-290B-4A8B-A442-642A557DE27B}" destId="{40D2F282-E813-40BB-B210-F131E0A9ABC2}" srcOrd="5" destOrd="0" presId="urn:microsoft.com/office/officeart/2018/2/layout/IconVerticalSolidList"/>
    <dgm:cxn modelId="{7A28B104-FE42-4330-A745-84D26DD7DFFB}" type="presParOf" srcId="{F20953B3-290B-4A8B-A442-642A557DE27B}" destId="{329B2021-A22A-4263-BC87-D43F2BDDE0A8}" srcOrd="6" destOrd="0" presId="urn:microsoft.com/office/officeart/2018/2/layout/IconVerticalSolidList"/>
    <dgm:cxn modelId="{AD0D9190-7BE1-448F-BA1E-FBDEAE781B8B}" type="presParOf" srcId="{329B2021-A22A-4263-BC87-D43F2BDDE0A8}" destId="{E33FF564-2358-481D-ACA5-CA1CA30EF53A}" srcOrd="0" destOrd="0" presId="urn:microsoft.com/office/officeart/2018/2/layout/IconVerticalSolidList"/>
    <dgm:cxn modelId="{4C434174-6042-4724-914C-B0BA7E6B958D}" type="presParOf" srcId="{329B2021-A22A-4263-BC87-D43F2BDDE0A8}" destId="{633973AB-767E-4673-9CDD-BFC6384F444D}" srcOrd="1" destOrd="0" presId="urn:microsoft.com/office/officeart/2018/2/layout/IconVerticalSolidList"/>
    <dgm:cxn modelId="{14917421-D872-4B3A-AABA-7C7CE43B3DD4}" type="presParOf" srcId="{329B2021-A22A-4263-BC87-D43F2BDDE0A8}" destId="{E19616C6-8008-4F50-8466-4C74448C810D}" srcOrd="2" destOrd="0" presId="urn:microsoft.com/office/officeart/2018/2/layout/IconVerticalSolidList"/>
    <dgm:cxn modelId="{9B41AACD-B9ED-4199-B55E-4D8DC6D67B61}" type="presParOf" srcId="{329B2021-A22A-4263-BC87-D43F2BDDE0A8}" destId="{D43EDAE3-A536-4234-A380-1A26D4C9558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552EA55-1615-4B92-A9FD-F4083C3E058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42EF77AF-5BE9-4EC8-9A9D-2FAD53060D8C}">
      <dgm:prSet/>
      <dgm:spPr/>
      <dgm:t>
        <a:bodyPr/>
        <a:lstStyle/>
        <a:p>
          <a:r>
            <a:rPr lang="en-US"/>
            <a:t>Describe the sampling strategy: how participants were selected and the rationale behind it.</a:t>
          </a:r>
        </a:p>
      </dgm:t>
    </dgm:pt>
    <dgm:pt modelId="{AD9C5994-C2E3-43FE-9163-C6A0DA50A4E7}" type="parTrans" cxnId="{A3F12076-F54D-48BC-BF64-3EC7DC87731E}">
      <dgm:prSet/>
      <dgm:spPr/>
      <dgm:t>
        <a:bodyPr/>
        <a:lstStyle/>
        <a:p>
          <a:endParaRPr lang="en-US"/>
        </a:p>
      </dgm:t>
    </dgm:pt>
    <dgm:pt modelId="{97056DE2-259C-40CB-9B84-70A09181B0D9}" type="sibTrans" cxnId="{A3F12076-F54D-48BC-BF64-3EC7DC87731E}">
      <dgm:prSet/>
      <dgm:spPr/>
      <dgm:t>
        <a:bodyPr/>
        <a:lstStyle/>
        <a:p>
          <a:endParaRPr lang="en-US"/>
        </a:p>
      </dgm:t>
    </dgm:pt>
    <dgm:pt modelId="{8074670E-DC3A-4E02-B2FF-C83D72F5A20E}">
      <dgm:prSet/>
      <dgm:spPr/>
      <dgm:t>
        <a:bodyPr/>
        <a:lstStyle/>
        <a:p>
          <a:r>
            <a:rPr lang="en-US"/>
            <a:t>Detail the data collection instruments (surveys, interviews, observations, desktop research) and their development process.</a:t>
          </a:r>
        </a:p>
      </dgm:t>
    </dgm:pt>
    <dgm:pt modelId="{AECDC7C6-2124-42E6-B0CD-F801346CEFE3}" type="parTrans" cxnId="{19A6EE7B-624E-42A9-88B0-99B4FC0C4EF2}">
      <dgm:prSet/>
      <dgm:spPr/>
      <dgm:t>
        <a:bodyPr/>
        <a:lstStyle/>
        <a:p>
          <a:endParaRPr lang="en-US"/>
        </a:p>
      </dgm:t>
    </dgm:pt>
    <dgm:pt modelId="{BE1AA6C4-92FD-40A0-B102-DFE81E74FC3A}" type="sibTrans" cxnId="{19A6EE7B-624E-42A9-88B0-99B4FC0C4EF2}">
      <dgm:prSet/>
      <dgm:spPr/>
      <dgm:t>
        <a:bodyPr/>
        <a:lstStyle/>
        <a:p>
          <a:endParaRPr lang="en-US"/>
        </a:p>
      </dgm:t>
    </dgm:pt>
    <dgm:pt modelId="{0119DB66-A75B-4AB3-9A6F-C3B592898245}">
      <dgm:prSet/>
      <dgm:spPr/>
      <dgm:t>
        <a:bodyPr/>
        <a:lstStyle/>
        <a:p>
          <a:r>
            <a:rPr lang="en-US" dirty="0"/>
            <a:t>Explain the procedures followed during data collection to ensure consistency and reliability.</a:t>
          </a:r>
        </a:p>
      </dgm:t>
    </dgm:pt>
    <dgm:pt modelId="{F18F0F27-AFF7-4C4B-959D-2B81C33EE5CD}" type="parTrans" cxnId="{150C6966-9D0D-48A5-B921-6B6AE24FD2AB}">
      <dgm:prSet/>
      <dgm:spPr/>
      <dgm:t>
        <a:bodyPr/>
        <a:lstStyle/>
        <a:p>
          <a:endParaRPr lang="en-US"/>
        </a:p>
      </dgm:t>
    </dgm:pt>
    <dgm:pt modelId="{B94ECA46-ED45-48BF-9BF1-FBEB791DCA74}" type="sibTrans" cxnId="{150C6966-9D0D-48A5-B921-6B6AE24FD2AB}">
      <dgm:prSet/>
      <dgm:spPr/>
      <dgm:t>
        <a:bodyPr/>
        <a:lstStyle/>
        <a:p>
          <a:endParaRPr lang="en-US"/>
        </a:p>
      </dgm:t>
    </dgm:pt>
    <dgm:pt modelId="{7F2A63AD-011E-4FCE-A2FB-B31A018A34C2}">
      <dgm:prSet/>
      <dgm:spPr/>
      <dgm:t>
        <a:bodyPr/>
        <a:lstStyle/>
        <a:p>
          <a:r>
            <a:rPr lang="en-US"/>
            <a:t>Mention any tools or technologies used to facilitate data gathering and their respective advantages.</a:t>
          </a:r>
        </a:p>
      </dgm:t>
    </dgm:pt>
    <dgm:pt modelId="{E005DFE6-18E7-444F-8A1D-01206213F1C9}" type="parTrans" cxnId="{104BF48F-88D0-460B-AB08-5D0DA746E881}">
      <dgm:prSet/>
      <dgm:spPr/>
      <dgm:t>
        <a:bodyPr/>
        <a:lstStyle/>
        <a:p>
          <a:endParaRPr lang="en-US"/>
        </a:p>
      </dgm:t>
    </dgm:pt>
    <dgm:pt modelId="{EF356945-C184-4D6C-B734-99FAA1E3B5DE}" type="sibTrans" cxnId="{104BF48F-88D0-460B-AB08-5D0DA746E881}">
      <dgm:prSet/>
      <dgm:spPr/>
      <dgm:t>
        <a:bodyPr/>
        <a:lstStyle/>
        <a:p>
          <a:endParaRPr lang="en-US"/>
        </a:p>
      </dgm:t>
    </dgm:pt>
    <dgm:pt modelId="{866BB675-4E3B-4137-BFBB-AF5B0073EB1C}" type="pres">
      <dgm:prSet presAssocID="{6552EA55-1615-4B92-A9FD-F4083C3E058F}" presName="root" presStyleCnt="0">
        <dgm:presLayoutVars>
          <dgm:dir/>
          <dgm:resizeHandles val="exact"/>
        </dgm:presLayoutVars>
      </dgm:prSet>
      <dgm:spPr/>
    </dgm:pt>
    <dgm:pt modelId="{A96B64B3-F8EF-4CFD-8FEF-E791EC9D26A8}" type="pres">
      <dgm:prSet presAssocID="{42EF77AF-5BE9-4EC8-9A9D-2FAD53060D8C}" presName="compNode" presStyleCnt="0"/>
      <dgm:spPr/>
    </dgm:pt>
    <dgm:pt modelId="{DBFA5684-4CCD-47F0-AC32-F48F3503C883}" type="pres">
      <dgm:prSet presAssocID="{42EF77AF-5BE9-4EC8-9A9D-2FAD53060D8C}" presName="bgRect" presStyleLbl="bgShp" presStyleIdx="0" presStyleCnt="4"/>
      <dgm:spPr/>
    </dgm:pt>
    <dgm:pt modelId="{2C9CBA3D-8920-443F-A2B3-AA45B76BCFBB}" type="pres">
      <dgm:prSet presAssocID="{42EF77AF-5BE9-4EC8-9A9D-2FAD53060D8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0C849810-8A69-49AC-B233-7D69FC7F2824}" type="pres">
      <dgm:prSet presAssocID="{42EF77AF-5BE9-4EC8-9A9D-2FAD53060D8C}" presName="spaceRect" presStyleCnt="0"/>
      <dgm:spPr/>
    </dgm:pt>
    <dgm:pt modelId="{EEB1655C-91E6-4CBB-93C3-08E5C11FE135}" type="pres">
      <dgm:prSet presAssocID="{42EF77AF-5BE9-4EC8-9A9D-2FAD53060D8C}" presName="parTx" presStyleLbl="revTx" presStyleIdx="0" presStyleCnt="4">
        <dgm:presLayoutVars>
          <dgm:chMax val="0"/>
          <dgm:chPref val="0"/>
        </dgm:presLayoutVars>
      </dgm:prSet>
      <dgm:spPr/>
    </dgm:pt>
    <dgm:pt modelId="{F477FAD8-7540-4296-BF91-60D6011CDF7C}" type="pres">
      <dgm:prSet presAssocID="{97056DE2-259C-40CB-9B84-70A09181B0D9}" presName="sibTrans" presStyleCnt="0"/>
      <dgm:spPr/>
    </dgm:pt>
    <dgm:pt modelId="{B789895B-A0B1-4C41-BF09-4B65E9F28A60}" type="pres">
      <dgm:prSet presAssocID="{8074670E-DC3A-4E02-B2FF-C83D72F5A20E}" presName="compNode" presStyleCnt="0"/>
      <dgm:spPr/>
    </dgm:pt>
    <dgm:pt modelId="{CDED20AE-A01B-4C8A-9B9D-00CCD96E5003}" type="pres">
      <dgm:prSet presAssocID="{8074670E-DC3A-4E02-B2FF-C83D72F5A20E}" presName="bgRect" presStyleLbl="bgShp" presStyleIdx="1" presStyleCnt="4"/>
      <dgm:spPr/>
    </dgm:pt>
    <dgm:pt modelId="{9778C1D1-B1EE-41B0-8CCD-12F39ED0669D}" type="pres">
      <dgm:prSet presAssocID="{8074670E-DC3A-4E02-B2FF-C83D72F5A20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croscope"/>
        </a:ext>
      </dgm:extLst>
    </dgm:pt>
    <dgm:pt modelId="{DB5FB932-F6AD-4724-BC02-12A754B9B91E}" type="pres">
      <dgm:prSet presAssocID="{8074670E-DC3A-4E02-B2FF-C83D72F5A20E}" presName="spaceRect" presStyleCnt="0"/>
      <dgm:spPr/>
    </dgm:pt>
    <dgm:pt modelId="{806134D5-E421-485B-9594-F4C71EF8826F}" type="pres">
      <dgm:prSet presAssocID="{8074670E-DC3A-4E02-B2FF-C83D72F5A20E}" presName="parTx" presStyleLbl="revTx" presStyleIdx="1" presStyleCnt="4">
        <dgm:presLayoutVars>
          <dgm:chMax val="0"/>
          <dgm:chPref val="0"/>
        </dgm:presLayoutVars>
      </dgm:prSet>
      <dgm:spPr/>
    </dgm:pt>
    <dgm:pt modelId="{8CE65824-7AD6-426D-AFF0-6CFE3FF8BDC5}" type="pres">
      <dgm:prSet presAssocID="{BE1AA6C4-92FD-40A0-B102-DFE81E74FC3A}" presName="sibTrans" presStyleCnt="0"/>
      <dgm:spPr/>
    </dgm:pt>
    <dgm:pt modelId="{DBC8DE56-71C8-4EB4-8703-EA53BCDE20B5}" type="pres">
      <dgm:prSet presAssocID="{0119DB66-A75B-4AB3-9A6F-C3B592898245}" presName="compNode" presStyleCnt="0"/>
      <dgm:spPr/>
    </dgm:pt>
    <dgm:pt modelId="{F1F3043A-60B0-4228-AD01-1C49130585C6}" type="pres">
      <dgm:prSet presAssocID="{0119DB66-A75B-4AB3-9A6F-C3B592898245}" presName="bgRect" presStyleLbl="bgShp" presStyleIdx="2" presStyleCnt="4"/>
      <dgm:spPr/>
    </dgm:pt>
    <dgm:pt modelId="{59AE27B3-F17E-4B3D-A6A2-C28D45836A6D}" type="pres">
      <dgm:prSet presAssocID="{0119DB66-A75B-4AB3-9A6F-C3B59289824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Checklist"/>
        </a:ext>
      </dgm:extLst>
    </dgm:pt>
    <dgm:pt modelId="{74086EB8-73A4-4DDB-BC61-6F2000A6589E}" type="pres">
      <dgm:prSet presAssocID="{0119DB66-A75B-4AB3-9A6F-C3B592898245}" presName="spaceRect" presStyleCnt="0"/>
      <dgm:spPr/>
    </dgm:pt>
    <dgm:pt modelId="{6E82620B-47E5-4DE6-BE08-F886F84FBBFA}" type="pres">
      <dgm:prSet presAssocID="{0119DB66-A75B-4AB3-9A6F-C3B592898245}" presName="parTx" presStyleLbl="revTx" presStyleIdx="2" presStyleCnt="4">
        <dgm:presLayoutVars>
          <dgm:chMax val="0"/>
          <dgm:chPref val="0"/>
        </dgm:presLayoutVars>
      </dgm:prSet>
      <dgm:spPr/>
    </dgm:pt>
    <dgm:pt modelId="{157FC637-D0B5-4692-AA1C-832902EA4A02}" type="pres">
      <dgm:prSet presAssocID="{B94ECA46-ED45-48BF-9BF1-FBEB791DCA74}" presName="sibTrans" presStyleCnt="0"/>
      <dgm:spPr/>
    </dgm:pt>
    <dgm:pt modelId="{31ACC0BA-3AEF-4756-80CB-DCA8970EE009}" type="pres">
      <dgm:prSet presAssocID="{7F2A63AD-011E-4FCE-A2FB-B31A018A34C2}" presName="compNode" presStyleCnt="0"/>
      <dgm:spPr/>
    </dgm:pt>
    <dgm:pt modelId="{6668F657-0B01-4048-960E-29512AC15D66}" type="pres">
      <dgm:prSet presAssocID="{7F2A63AD-011E-4FCE-A2FB-B31A018A34C2}" presName="bgRect" presStyleLbl="bgShp" presStyleIdx="3" presStyleCnt="4"/>
      <dgm:spPr/>
    </dgm:pt>
    <dgm:pt modelId="{4D424106-BDA9-4C81-8587-80D28BAF641D}" type="pres">
      <dgm:prSet presAssocID="{7F2A63AD-011E-4FCE-A2FB-B31A018A34C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FFEC8CA2-82FE-4F6E-BEA0-906E09A0AB38}" type="pres">
      <dgm:prSet presAssocID="{7F2A63AD-011E-4FCE-A2FB-B31A018A34C2}" presName="spaceRect" presStyleCnt="0"/>
      <dgm:spPr/>
    </dgm:pt>
    <dgm:pt modelId="{B7087A96-98A6-487E-9D4F-B12D605AC66B}" type="pres">
      <dgm:prSet presAssocID="{7F2A63AD-011E-4FCE-A2FB-B31A018A34C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ACB251E-6531-4D0E-8BE2-5BA06A8852E8}" type="presOf" srcId="{7F2A63AD-011E-4FCE-A2FB-B31A018A34C2}" destId="{B7087A96-98A6-487E-9D4F-B12D605AC66B}" srcOrd="0" destOrd="0" presId="urn:microsoft.com/office/officeart/2018/2/layout/IconVerticalSolidList"/>
    <dgm:cxn modelId="{38E14038-AF84-488B-8D91-5139AE42CAB3}" type="presOf" srcId="{8074670E-DC3A-4E02-B2FF-C83D72F5A20E}" destId="{806134D5-E421-485B-9594-F4C71EF8826F}" srcOrd="0" destOrd="0" presId="urn:microsoft.com/office/officeart/2018/2/layout/IconVerticalSolidList"/>
    <dgm:cxn modelId="{59F51863-5D64-480B-96FF-D930397C8192}" type="presOf" srcId="{0119DB66-A75B-4AB3-9A6F-C3B592898245}" destId="{6E82620B-47E5-4DE6-BE08-F886F84FBBFA}" srcOrd="0" destOrd="0" presId="urn:microsoft.com/office/officeart/2018/2/layout/IconVerticalSolidList"/>
    <dgm:cxn modelId="{150C6966-9D0D-48A5-B921-6B6AE24FD2AB}" srcId="{6552EA55-1615-4B92-A9FD-F4083C3E058F}" destId="{0119DB66-A75B-4AB3-9A6F-C3B592898245}" srcOrd="2" destOrd="0" parTransId="{F18F0F27-AFF7-4C4B-959D-2B81C33EE5CD}" sibTransId="{B94ECA46-ED45-48BF-9BF1-FBEB791DCA74}"/>
    <dgm:cxn modelId="{A24A7A6B-1A96-46CE-8743-4D23680B6CE2}" type="presOf" srcId="{42EF77AF-5BE9-4EC8-9A9D-2FAD53060D8C}" destId="{EEB1655C-91E6-4CBB-93C3-08E5C11FE135}" srcOrd="0" destOrd="0" presId="urn:microsoft.com/office/officeart/2018/2/layout/IconVerticalSolidList"/>
    <dgm:cxn modelId="{A3F12076-F54D-48BC-BF64-3EC7DC87731E}" srcId="{6552EA55-1615-4B92-A9FD-F4083C3E058F}" destId="{42EF77AF-5BE9-4EC8-9A9D-2FAD53060D8C}" srcOrd="0" destOrd="0" parTransId="{AD9C5994-C2E3-43FE-9163-C6A0DA50A4E7}" sibTransId="{97056DE2-259C-40CB-9B84-70A09181B0D9}"/>
    <dgm:cxn modelId="{19A6EE7B-624E-42A9-88B0-99B4FC0C4EF2}" srcId="{6552EA55-1615-4B92-A9FD-F4083C3E058F}" destId="{8074670E-DC3A-4E02-B2FF-C83D72F5A20E}" srcOrd="1" destOrd="0" parTransId="{AECDC7C6-2124-42E6-B0CD-F801346CEFE3}" sibTransId="{BE1AA6C4-92FD-40A0-B102-DFE81E74FC3A}"/>
    <dgm:cxn modelId="{104BF48F-88D0-460B-AB08-5D0DA746E881}" srcId="{6552EA55-1615-4B92-A9FD-F4083C3E058F}" destId="{7F2A63AD-011E-4FCE-A2FB-B31A018A34C2}" srcOrd="3" destOrd="0" parTransId="{E005DFE6-18E7-444F-8A1D-01206213F1C9}" sibTransId="{EF356945-C184-4D6C-B734-99FAA1E3B5DE}"/>
    <dgm:cxn modelId="{345CF8AD-3B56-4C31-8A97-19A5638333E5}" type="presOf" srcId="{6552EA55-1615-4B92-A9FD-F4083C3E058F}" destId="{866BB675-4E3B-4137-BFBB-AF5B0073EB1C}" srcOrd="0" destOrd="0" presId="urn:microsoft.com/office/officeart/2018/2/layout/IconVerticalSolidList"/>
    <dgm:cxn modelId="{99A71507-FC3A-451E-9959-149E5BE1EAE5}" type="presParOf" srcId="{866BB675-4E3B-4137-BFBB-AF5B0073EB1C}" destId="{A96B64B3-F8EF-4CFD-8FEF-E791EC9D26A8}" srcOrd="0" destOrd="0" presId="urn:microsoft.com/office/officeart/2018/2/layout/IconVerticalSolidList"/>
    <dgm:cxn modelId="{A8DB9A4D-D2B1-46A0-9764-CA31CE79D2C0}" type="presParOf" srcId="{A96B64B3-F8EF-4CFD-8FEF-E791EC9D26A8}" destId="{DBFA5684-4CCD-47F0-AC32-F48F3503C883}" srcOrd="0" destOrd="0" presId="urn:microsoft.com/office/officeart/2018/2/layout/IconVerticalSolidList"/>
    <dgm:cxn modelId="{BBCF02F3-B757-428E-8702-98A636B3B091}" type="presParOf" srcId="{A96B64B3-F8EF-4CFD-8FEF-E791EC9D26A8}" destId="{2C9CBA3D-8920-443F-A2B3-AA45B76BCFBB}" srcOrd="1" destOrd="0" presId="urn:microsoft.com/office/officeart/2018/2/layout/IconVerticalSolidList"/>
    <dgm:cxn modelId="{233D8C06-F072-47F2-B655-323F61012560}" type="presParOf" srcId="{A96B64B3-F8EF-4CFD-8FEF-E791EC9D26A8}" destId="{0C849810-8A69-49AC-B233-7D69FC7F2824}" srcOrd="2" destOrd="0" presId="urn:microsoft.com/office/officeart/2018/2/layout/IconVerticalSolidList"/>
    <dgm:cxn modelId="{C37E7C04-5A45-4F72-912F-1DFE63E804FC}" type="presParOf" srcId="{A96B64B3-F8EF-4CFD-8FEF-E791EC9D26A8}" destId="{EEB1655C-91E6-4CBB-93C3-08E5C11FE135}" srcOrd="3" destOrd="0" presId="urn:microsoft.com/office/officeart/2018/2/layout/IconVerticalSolidList"/>
    <dgm:cxn modelId="{3277C612-2017-40C9-BF1F-C49A329964E0}" type="presParOf" srcId="{866BB675-4E3B-4137-BFBB-AF5B0073EB1C}" destId="{F477FAD8-7540-4296-BF91-60D6011CDF7C}" srcOrd="1" destOrd="0" presId="urn:microsoft.com/office/officeart/2018/2/layout/IconVerticalSolidList"/>
    <dgm:cxn modelId="{1648536B-C776-45E2-834E-F6F05D2045CE}" type="presParOf" srcId="{866BB675-4E3B-4137-BFBB-AF5B0073EB1C}" destId="{B789895B-A0B1-4C41-BF09-4B65E9F28A60}" srcOrd="2" destOrd="0" presId="urn:microsoft.com/office/officeart/2018/2/layout/IconVerticalSolidList"/>
    <dgm:cxn modelId="{0027547A-E104-48D2-AC4F-C17ED08D11EE}" type="presParOf" srcId="{B789895B-A0B1-4C41-BF09-4B65E9F28A60}" destId="{CDED20AE-A01B-4C8A-9B9D-00CCD96E5003}" srcOrd="0" destOrd="0" presId="urn:microsoft.com/office/officeart/2018/2/layout/IconVerticalSolidList"/>
    <dgm:cxn modelId="{C57FC927-A5AE-45B4-AE0F-E05A2E1ACF48}" type="presParOf" srcId="{B789895B-A0B1-4C41-BF09-4B65E9F28A60}" destId="{9778C1D1-B1EE-41B0-8CCD-12F39ED0669D}" srcOrd="1" destOrd="0" presId="urn:microsoft.com/office/officeart/2018/2/layout/IconVerticalSolidList"/>
    <dgm:cxn modelId="{99ED745E-E405-4967-A34D-10B527C5B98A}" type="presParOf" srcId="{B789895B-A0B1-4C41-BF09-4B65E9F28A60}" destId="{DB5FB932-F6AD-4724-BC02-12A754B9B91E}" srcOrd="2" destOrd="0" presId="urn:microsoft.com/office/officeart/2018/2/layout/IconVerticalSolidList"/>
    <dgm:cxn modelId="{582FD9A7-2181-4D79-9522-7941609E31A3}" type="presParOf" srcId="{B789895B-A0B1-4C41-BF09-4B65E9F28A60}" destId="{806134D5-E421-485B-9594-F4C71EF8826F}" srcOrd="3" destOrd="0" presId="urn:microsoft.com/office/officeart/2018/2/layout/IconVerticalSolidList"/>
    <dgm:cxn modelId="{D0EF448A-DB38-4E79-963C-3E9F3BC96CE3}" type="presParOf" srcId="{866BB675-4E3B-4137-BFBB-AF5B0073EB1C}" destId="{8CE65824-7AD6-426D-AFF0-6CFE3FF8BDC5}" srcOrd="3" destOrd="0" presId="urn:microsoft.com/office/officeart/2018/2/layout/IconVerticalSolidList"/>
    <dgm:cxn modelId="{F215E850-3104-4E5F-9488-9C0C2BEC0F38}" type="presParOf" srcId="{866BB675-4E3B-4137-BFBB-AF5B0073EB1C}" destId="{DBC8DE56-71C8-4EB4-8703-EA53BCDE20B5}" srcOrd="4" destOrd="0" presId="urn:microsoft.com/office/officeart/2018/2/layout/IconVerticalSolidList"/>
    <dgm:cxn modelId="{A10B7C42-7076-4BE5-A634-5E41F566D1B1}" type="presParOf" srcId="{DBC8DE56-71C8-4EB4-8703-EA53BCDE20B5}" destId="{F1F3043A-60B0-4228-AD01-1C49130585C6}" srcOrd="0" destOrd="0" presId="urn:microsoft.com/office/officeart/2018/2/layout/IconVerticalSolidList"/>
    <dgm:cxn modelId="{4A93DDAC-66F2-46CC-A4D8-95108D10A726}" type="presParOf" srcId="{DBC8DE56-71C8-4EB4-8703-EA53BCDE20B5}" destId="{59AE27B3-F17E-4B3D-A6A2-C28D45836A6D}" srcOrd="1" destOrd="0" presId="urn:microsoft.com/office/officeart/2018/2/layout/IconVerticalSolidList"/>
    <dgm:cxn modelId="{6805C1E1-9573-40A0-B3C9-FDD62F0F7AA4}" type="presParOf" srcId="{DBC8DE56-71C8-4EB4-8703-EA53BCDE20B5}" destId="{74086EB8-73A4-4DDB-BC61-6F2000A6589E}" srcOrd="2" destOrd="0" presId="urn:microsoft.com/office/officeart/2018/2/layout/IconVerticalSolidList"/>
    <dgm:cxn modelId="{1690D293-8ED9-47F3-8B0A-0E921FE9FCC2}" type="presParOf" srcId="{DBC8DE56-71C8-4EB4-8703-EA53BCDE20B5}" destId="{6E82620B-47E5-4DE6-BE08-F886F84FBBFA}" srcOrd="3" destOrd="0" presId="urn:microsoft.com/office/officeart/2018/2/layout/IconVerticalSolidList"/>
    <dgm:cxn modelId="{93653CC8-F1DA-4761-9061-530504E41DEE}" type="presParOf" srcId="{866BB675-4E3B-4137-BFBB-AF5B0073EB1C}" destId="{157FC637-D0B5-4692-AA1C-832902EA4A02}" srcOrd="5" destOrd="0" presId="urn:microsoft.com/office/officeart/2018/2/layout/IconVerticalSolidList"/>
    <dgm:cxn modelId="{25B1DDFA-86F3-42FD-8728-B4A6E48DCE3D}" type="presParOf" srcId="{866BB675-4E3B-4137-BFBB-AF5B0073EB1C}" destId="{31ACC0BA-3AEF-4756-80CB-DCA8970EE009}" srcOrd="6" destOrd="0" presId="urn:microsoft.com/office/officeart/2018/2/layout/IconVerticalSolidList"/>
    <dgm:cxn modelId="{66514A31-F1E5-4FE5-B477-BBA916C194A4}" type="presParOf" srcId="{31ACC0BA-3AEF-4756-80CB-DCA8970EE009}" destId="{6668F657-0B01-4048-960E-29512AC15D66}" srcOrd="0" destOrd="0" presId="urn:microsoft.com/office/officeart/2018/2/layout/IconVerticalSolidList"/>
    <dgm:cxn modelId="{B1C69C75-D18E-47EA-9290-40533D0C35E7}" type="presParOf" srcId="{31ACC0BA-3AEF-4756-80CB-DCA8970EE009}" destId="{4D424106-BDA9-4C81-8587-80D28BAF641D}" srcOrd="1" destOrd="0" presId="urn:microsoft.com/office/officeart/2018/2/layout/IconVerticalSolidList"/>
    <dgm:cxn modelId="{2C3ACD82-D4B5-4870-BC55-987A9BE8D1A8}" type="presParOf" srcId="{31ACC0BA-3AEF-4756-80CB-DCA8970EE009}" destId="{FFEC8CA2-82FE-4F6E-BEA0-906E09A0AB38}" srcOrd="2" destOrd="0" presId="urn:microsoft.com/office/officeart/2018/2/layout/IconVerticalSolidList"/>
    <dgm:cxn modelId="{887E2040-0683-4494-A47A-27E76F3CD4C3}" type="presParOf" srcId="{31ACC0BA-3AEF-4756-80CB-DCA8970EE009}" destId="{B7087A96-98A6-487E-9D4F-B12D605AC66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20C482B-9148-4196-A10C-059D9ACBA6E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37767501-8C1D-423B-8E97-D0011A6B4E54}">
      <dgm:prSet/>
      <dgm:spPr/>
      <dgm:t>
        <a:bodyPr/>
        <a:lstStyle/>
        <a:p>
          <a:r>
            <a:rPr lang="en-US"/>
            <a:t>Identify the techniques for analyzing the data (statistical analysis, thematic analysis, etc.) and justify their use.</a:t>
          </a:r>
        </a:p>
      </dgm:t>
    </dgm:pt>
    <dgm:pt modelId="{4BBF6842-4766-4A68-A094-608341AB1D15}" type="parTrans" cxnId="{F01F228B-389C-473A-9ADE-B184AC41B3F1}">
      <dgm:prSet/>
      <dgm:spPr/>
      <dgm:t>
        <a:bodyPr/>
        <a:lstStyle/>
        <a:p>
          <a:endParaRPr lang="en-US"/>
        </a:p>
      </dgm:t>
    </dgm:pt>
    <dgm:pt modelId="{26BF6AC7-6B0B-4669-A6CF-2811CFC37E72}" type="sibTrans" cxnId="{F01F228B-389C-473A-9ADE-B184AC41B3F1}">
      <dgm:prSet/>
      <dgm:spPr/>
      <dgm:t>
        <a:bodyPr/>
        <a:lstStyle/>
        <a:p>
          <a:endParaRPr lang="en-US"/>
        </a:p>
      </dgm:t>
    </dgm:pt>
    <dgm:pt modelId="{A163D556-21C2-488D-A84A-65944551B259}">
      <dgm:prSet/>
      <dgm:spPr/>
      <dgm:t>
        <a:bodyPr/>
        <a:lstStyle/>
        <a:p>
          <a:r>
            <a:rPr lang="en-US" dirty="0"/>
            <a:t>Outline the process of data coding and categorization, if applicable, to show systematic analysis.</a:t>
          </a:r>
        </a:p>
      </dgm:t>
    </dgm:pt>
    <dgm:pt modelId="{AB468941-6201-4745-925E-1B3F45E2FBDE}" type="parTrans" cxnId="{1771217F-4143-484F-9C9B-16ED7B11102F}">
      <dgm:prSet/>
      <dgm:spPr/>
      <dgm:t>
        <a:bodyPr/>
        <a:lstStyle/>
        <a:p>
          <a:endParaRPr lang="en-US"/>
        </a:p>
      </dgm:t>
    </dgm:pt>
    <dgm:pt modelId="{42C75AE2-1E7B-40DF-8A0E-0DFF73511DF0}" type="sibTrans" cxnId="{1771217F-4143-484F-9C9B-16ED7B11102F}">
      <dgm:prSet/>
      <dgm:spPr/>
      <dgm:t>
        <a:bodyPr/>
        <a:lstStyle/>
        <a:p>
          <a:endParaRPr lang="en-US"/>
        </a:p>
      </dgm:t>
    </dgm:pt>
    <dgm:pt modelId="{CF837BB1-4E8B-4E66-96B5-C55CF5F81481}">
      <dgm:prSet/>
      <dgm:spPr/>
      <dgm:t>
        <a:bodyPr/>
        <a:lstStyle/>
        <a:p>
          <a:r>
            <a:rPr lang="en-US"/>
            <a:t>Discuss how the data will be interpreted in relation to the research questions and objectives.</a:t>
          </a:r>
        </a:p>
      </dgm:t>
    </dgm:pt>
    <dgm:pt modelId="{2E0349C1-49CB-41A7-8FD8-51230AF9EA2C}" type="parTrans" cxnId="{BE288393-D89E-4F71-B649-AFCB323AB8B9}">
      <dgm:prSet/>
      <dgm:spPr/>
      <dgm:t>
        <a:bodyPr/>
        <a:lstStyle/>
        <a:p>
          <a:endParaRPr lang="en-US"/>
        </a:p>
      </dgm:t>
    </dgm:pt>
    <dgm:pt modelId="{1014DB50-BDFE-45F2-BB96-CD6B07194111}" type="sibTrans" cxnId="{BE288393-D89E-4F71-B649-AFCB323AB8B9}">
      <dgm:prSet/>
      <dgm:spPr/>
      <dgm:t>
        <a:bodyPr/>
        <a:lstStyle/>
        <a:p>
          <a:endParaRPr lang="en-US"/>
        </a:p>
      </dgm:t>
    </dgm:pt>
    <dgm:pt modelId="{727D68EA-7713-4E90-8C3A-DDF225F1FCE8}">
      <dgm:prSet/>
      <dgm:spPr/>
      <dgm:t>
        <a:bodyPr/>
        <a:lstStyle/>
        <a:p>
          <a:r>
            <a:rPr lang="en-US"/>
            <a:t>Acknowledge potential limitations of the chosen analysis methods and how they will be addressed </a:t>
          </a:r>
        </a:p>
      </dgm:t>
    </dgm:pt>
    <dgm:pt modelId="{FE7C7864-7035-4789-A674-73E0922FB9D8}" type="parTrans" cxnId="{793D01ED-0DD9-4BBB-99D3-D161E3BB12F2}">
      <dgm:prSet/>
      <dgm:spPr/>
      <dgm:t>
        <a:bodyPr/>
        <a:lstStyle/>
        <a:p>
          <a:endParaRPr lang="en-US"/>
        </a:p>
      </dgm:t>
    </dgm:pt>
    <dgm:pt modelId="{221C9E4A-74EE-4674-B31F-FD654F05F0A4}" type="sibTrans" cxnId="{793D01ED-0DD9-4BBB-99D3-D161E3BB12F2}">
      <dgm:prSet/>
      <dgm:spPr/>
      <dgm:t>
        <a:bodyPr/>
        <a:lstStyle/>
        <a:p>
          <a:endParaRPr lang="en-US"/>
        </a:p>
      </dgm:t>
    </dgm:pt>
    <dgm:pt modelId="{53AAE91D-DA95-44FA-8AE0-E0911D603208}" type="pres">
      <dgm:prSet presAssocID="{120C482B-9148-4196-A10C-059D9ACBA6E0}" presName="root" presStyleCnt="0">
        <dgm:presLayoutVars>
          <dgm:dir/>
          <dgm:resizeHandles val="exact"/>
        </dgm:presLayoutVars>
      </dgm:prSet>
      <dgm:spPr/>
    </dgm:pt>
    <dgm:pt modelId="{C122C7D5-5E8D-47F9-96EE-0E1DDDD333C3}" type="pres">
      <dgm:prSet presAssocID="{37767501-8C1D-423B-8E97-D0011A6B4E54}" presName="compNode" presStyleCnt="0"/>
      <dgm:spPr/>
    </dgm:pt>
    <dgm:pt modelId="{36EF49BD-A4A6-4602-A0D4-D06F290DFFC1}" type="pres">
      <dgm:prSet presAssocID="{37767501-8C1D-423B-8E97-D0011A6B4E54}" presName="bgRect" presStyleLbl="bgShp" presStyleIdx="0" presStyleCnt="3"/>
      <dgm:spPr/>
    </dgm:pt>
    <dgm:pt modelId="{ADD38655-8A09-484C-8D05-4B5BADC2BAC6}" type="pres">
      <dgm:prSet presAssocID="{37767501-8C1D-423B-8E97-D0011A6B4E5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B9955EA1-C128-47E6-8599-512A5F9FBA12}" type="pres">
      <dgm:prSet presAssocID="{37767501-8C1D-423B-8E97-D0011A6B4E54}" presName="spaceRect" presStyleCnt="0"/>
      <dgm:spPr/>
    </dgm:pt>
    <dgm:pt modelId="{F5A77B15-2678-4282-AAA8-7DA6D7BFDF5F}" type="pres">
      <dgm:prSet presAssocID="{37767501-8C1D-423B-8E97-D0011A6B4E54}" presName="parTx" presStyleLbl="revTx" presStyleIdx="0" presStyleCnt="4">
        <dgm:presLayoutVars>
          <dgm:chMax val="0"/>
          <dgm:chPref val="0"/>
        </dgm:presLayoutVars>
      </dgm:prSet>
      <dgm:spPr/>
    </dgm:pt>
    <dgm:pt modelId="{F573ED93-CD11-4377-A1CF-144BAA52F56C}" type="pres">
      <dgm:prSet presAssocID="{26BF6AC7-6B0B-4669-A6CF-2811CFC37E72}" presName="sibTrans" presStyleCnt="0"/>
      <dgm:spPr/>
    </dgm:pt>
    <dgm:pt modelId="{0507FC03-4644-446E-BA21-CBEB43B7EE86}" type="pres">
      <dgm:prSet presAssocID="{A163D556-21C2-488D-A84A-65944551B259}" presName="compNode" presStyleCnt="0"/>
      <dgm:spPr/>
    </dgm:pt>
    <dgm:pt modelId="{16C75E18-EE4E-4192-AD83-7881C750C15D}" type="pres">
      <dgm:prSet presAssocID="{A163D556-21C2-488D-A84A-65944551B259}" presName="bgRect" presStyleLbl="bgShp" presStyleIdx="1" presStyleCnt="3"/>
      <dgm:spPr/>
    </dgm:pt>
    <dgm:pt modelId="{154F5F17-49F6-4205-BAD3-FCE3A340CEC3}" type="pres">
      <dgm:prSet presAssocID="{A163D556-21C2-488D-A84A-65944551B25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8774D392-7E1E-4F95-BCF3-D68600AAD654}" type="pres">
      <dgm:prSet presAssocID="{A163D556-21C2-488D-A84A-65944551B259}" presName="spaceRect" presStyleCnt="0"/>
      <dgm:spPr/>
    </dgm:pt>
    <dgm:pt modelId="{EE6DC414-552B-4F7B-9499-10870FC80CE8}" type="pres">
      <dgm:prSet presAssocID="{A163D556-21C2-488D-A84A-65944551B259}" presName="parTx" presStyleLbl="revTx" presStyleIdx="1" presStyleCnt="4">
        <dgm:presLayoutVars>
          <dgm:chMax val="0"/>
          <dgm:chPref val="0"/>
        </dgm:presLayoutVars>
      </dgm:prSet>
      <dgm:spPr/>
    </dgm:pt>
    <dgm:pt modelId="{0CC8B219-AD25-4AF8-906C-0A68A865537A}" type="pres">
      <dgm:prSet presAssocID="{42C75AE2-1E7B-40DF-8A0E-0DFF73511DF0}" presName="sibTrans" presStyleCnt="0"/>
      <dgm:spPr/>
    </dgm:pt>
    <dgm:pt modelId="{C500A0AE-BE3B-4429-A285-472BA856F70B}" type="pres">
      <dgm:prSet presAssocID="{CF837BB1-4E8B-4E66-96B5-C55CF5F81481}" presName="compNode" presStyleCnt="0"/>
      <dgm:spPr/>
    </dgm:pt>
    <dgm:pt modelId="{C4AA3FEC-1542-419E-9AAF-99E8B4B3B6A7}" type="pres">
      <dgm:prSet presAssocID="{CF837BB1-4E8B-4E66-96B5-C55CF5F81481}" presName="bgRect" presStyleLbl="bgShp" presStyleIdx="2" presStyleCnt="3"/>
      <dgm:spPr/>
    </dgm:pt>
    <dgm:pt modelId="{AC8267E3-D9F3-4831-B650-18A1DF8BBD52}" type="pres">
      <dgm:prSet presAssocID="{CF837BB1-4E8B-4E66-96B5-C55CF5F8148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D1E0EF68-D534-492F-BF7F-ABB70440444C}" type="pres">
      <dgm:prSet presAssocID="{CF837BB1-4E8B-4E66-96B5-C55CF5F81481}" presName="spaceRect" presStyleCnt="0"/>
      <dgm:spPr/>
    </dgm:pt>
    <dgm:pt modelId="{AF096DE5-3414-446A-B2F3-559A1ED41446}" type="pres">
      <dgm:prSet presAssocID="{CF837BB1-4E8B-4E66-96B5-C55CF5F81481}" presName="parTx" presStyleLbl="revTx" presStyleIdx="2" presStyleCnt="4">
        <dgm:presLayoutVars>
          <dgm:chMax val="0"/>
          <dgm:chPref val="0"/>
        </dgm:presLayoutVars>
      </dgm:prSet>
      <dgm:spPr/>
    </dgm:pt>
    <dgm:pt modelId="{A85637FD-D7AF-42AD-965C-A801B3791A01}" type="pres">
      <dgm:prSet presAssocID="{CF837BB1-4E8B-4E66-96B5-C55CF5F81481}" presName="desTx" presStyleLbl="revTx" presStyleIdx="3" presStyleCnt="4">
        <dgm:presLayoutVars/>
      </dgm:prSet>
      <dgm:spPr/>
    </dgm:pt>
  </dgm:ptLst>
  <dgm:cxnLst>
    <dgm:cxn modelId="{C2DA6925-F4B9-45C9-87B5-853E52C33FE4}" type="presOf" srcId="{120C482B-9148-4196-A10C-059D9ACBA6E0}" destId="{53AAE91D-DA95-44FA-8AE0-E0911D603208}" srcOrd="0" destOrd="0" presId="urn:microsoft.com/office/officeart/2018/2/layout/IconVerticalSolidList"/>
    <dgm:cxn modelId="{1247F12D-8BA8-4139-8D89-3220CE6B62C0}" type="presOf" srcId="{A163D556-21C2-488D-A84A-65944551B259}" destId="{EE6DC414-552B-4F7B-9499-10870FC80CE8}" srcOrd="0" destOrd="0" presId="urn:microsoft.com/office/officeart/2018/2/layout/IconVerticalSolidList"/>
    <dgm:cxn modelId="{1771217F-4143-484F-9C9B-16ED7B11102F}" srcId="{120C482B-9148-4196-A10C-059D9ACBA6E0}" destId="{A163D556-21C2-488D-A84A-65944551B259}" srcOrd="1" destOrd="0" parTransId="{AB468941-6201-4745-925E-1B3F45E2FBDE}" sibTransId="{42C75AE2-1E7B-40DF-8A0E-0DFF73511DF0}"/>
    <dgm:cxn modelId="{F01F228B-389C-473A-9ADE-B184AC41B3F1}" srcId="{120C482B-9148-4196-A10C-059D9ACBA6E0}" destId="{37767501-8C1D-423B-8E97-D0011A6B4E54}" srcOrd="0" destOrd="0" parTransId="{4BBF6842-4766-4A68-A094-608341AB1D15}" sibTransId="{26BF6AC7-6B0B-4669-A6CF-2811CFC37E72}"/>
    <dgm:cxn modelId="{BE288393-D89E-4F71-B649-AFCB323AB8B9}" srcId="{120C482B-9148-4196-A10C-059D9ACBA6E0}" destId="{CF837BB1-4E8B-4E66-96B5-C55CF5F81481}" srcOrd="2" destOrd="0" parTransId="{2E0349C1-49CB-41A7-8FD8-51230AF9EA2C}" sibTransId="{1014DB50-BDFE-45F2-BB96-CD6B07194111}"/>
    <dgm:cxn modelId="{E06145A1-88AC-4B82-A871-1DCF041C4D53}" type="presOf" srcId="{727D68EA-7713-4E90-8C3A-DDF225F1FCE8}" destId="{A85637FD-D7AF-42AD-965C-A801B3791A01}" srcOrd="0" destOrd="0" presId="urn:microsoft.com/office/officeart/2018/2/layout/IconVerticalSolidList"/>
    <dgm:cxn modelId="{6C4763AE-C3E0-4320-87FC-CB5CEA14690F}" type="presOf" srcId="{37767501-8C1D-423B-8E97-D0011A6B4E54}" destId="{F5A77B15-2678-4282-AAA8-7DA6D7BFDF5F}" srcOrd="0" destOrd="0" presId="urn:microsoft.com/office/officeart/2018/2/layout/IconVerticalSolidList"/>
    <dgm:cxn modelId="{28B274AE-D4B9-4208-B9E0-37A94262F880}" type="presOf" srcId="{CF837BB1-4E8B-4E66-96B5-C55CF5F81481}" destId="{AF096DE5-3414-446A-B2F3-559A1ED41446}" srcOrd="0" destOrd="0" presId="urn:microsoft.com/office/officeart/2018/2/layout/IconVerticalSolidList"/>
    <dgm:cxn modelId="{793D01ED-0DD9-4BBB-99D3-D161E3BB12F2}" srcId="{CF837BB1-4E8B-4E66-96B5-C55CF5F81481}" destId="{727D68EA-7713-4E90-8C3A-DDF225F1FCE8}" srcOrd="0" destOrd="0" parTransId="{FE7C7864-7035-4789-A674-73E0922FB9D8}" sibTransId="{221C9E4A-74EE-4674-B31F-FD654F05F0A4}"/>
    <dgm:cxn modelId="{D6F9C0B1-5259-4229-93E6-158404EDBEFC}" type="presParOf" srcId="{53AAE91D-DA95-44FA-8AE0-E0911D603208}" destId="{C122C7D5-5E8D-47F9-96EE-0E1DDDD333C3}" srcOrd="0" destOrd="0" presId="urn:microsoft.com/office/officeart/2018/2/layout/IconVerticalSolidList"/>
    <dgm:cxn modelId="{743C3265-DD5A-4A27-9689-F2E0C1343294}" type="presParOf" srcId="{C122C7D5-5E8D-47F9-96EE-0E1DDDD333C3}" destId="{36EF49BD-A4A6-4602-A0D4-D06F290DFFC1}" srcOrd="0" destOrd="0" presId="urn:microsoft.com/office/officeart/2018/2/layout/IconVerticalSolidList"/>
    <dgm:cxn modelId="{5C3AB5DE-6C8A-403B-A7D5-481E251B4706}" type="presParOf" srcId="{C122C7D5-5E8D-47F9-96EE-0E1DDDD333C3}" destId="{ADD38655-8A09-484C-8D05-4B5BADC2BAC6}" srcOrd="1" destOrd="0" presId="urn:microsoft.com/office/officeart/2018/2/layout/IconVerticalSolidList"/>
    <dgm:cxn modelId="{1ABEF4B8-10F6-4360-851C-BEB935A8CB8B}" type="presParOf" srcId="{C122C7D5-5E8D-47F9-96EE-0E1DDDD333C3}" destId="{B9955EA1-C128-47E6-8599-512A5F9FBA12}" srcOrd="2" destOrd="0" presId="urn:microsoft.com/office/officeart/2018/2/layout/IconVerticalSolidList"/>
    <dgm:cxn modelId="{6A54C4C6-A2E7-4DD2-B129-081AA7BC6C4C}" type="presParOf" srcId="{C122C7D5-5E8D-47F9-96EE-0E1DDDD333C3}" destId="{F5A77B15-2678-4282-AAA8-7DA6D7BFDF5F}" srcOrd="3" destOrd="0" presId="urn:microsoft.com/office/officeart/2018/2/layout/IconVerticalSolidList"/>
    <dgm:cxn modelId="{5F84930B-AD2E-4CE5-9959-66750467D5E1}" type="presParOf" srcId="{53AAE91D-DA95-44FA-8AE0-E0911D603208}" destId="{F573ED93-CD11-4377-A1CF-144BAA52F56C}" srcOrd="1" destOrd="0" presId="urn:microsoft.com/office/officeart/2018/2/layout/IconVerticalSolidList"/>
    <dgm:cxn modelId="{7DB1CA7A-48BF-4EDF-AF12-0E27D35B2332}" type="presParOf" srcId="{53AAE91D-DA95-44FA-8AE0-E0911D603208}" destId="{0507FC03-4644-446E-BA21-CBEB43B7EE86}" srcOrd="2" destOrd="0" presId="urn:microsoft.com/office/officeart/2018/2/layout/IconVerticalSolidList"/>
    <dgm:cxn modelId="{EE69886D-6B81-416E-BDD6-1C85BB93ADDC}" type="presParOf" srcId="{0507FC03-4644-446E-BA21-CBEB43B7EE86}" destId="{16C75E18-EE4E-4192-AD83-7881C750C15D}" srcOrd="0" destOrd="0" presId="urn:microsoft.com/office/officeart/2018/2/layout/IconVerticalSolidList"/>
    <dgm:cxn modelId="{174BADA9-B2BE-451C-9A68-EF180A7549A6}" type="presParOf" srcId="{0507FC03-4644-446E-BA21-CBEB43B7EE86}" destId="{154F5F17-49F6-4205-BAD3-FCE3A340CEC3}" srcOrd="1" destOrd="0" presId="urn:microsoft.com/office/officeart/2018/2/layout/IconVerticalSolidList"/>
    <dgm:cxn modelId="{BE028C8F-ACBA-45D3-A2D5-87D8BBEF296F}" type="presParOf" srcId="{0507FC03-4644-446E-BA21-CBEB43B7EE86}" destId="{8774D392-7E1E-4F95-BCF3-D68600AAD654}" srcOrd="2" destOrd="0" presId="urn:microsoft.com/office/officeart/2018/2/layout/IconVerticalSolidList"/>
    <dgm:cxn modelId="{11531498-10A8-4059-81EB-7139A72E40B9}" type="presParOf" srcId="{0507FC03-4644-446E-BA21-CBEB43B7EE86}" destId="{EE6DC414-552B-4F7B-9499-10870FC80CE8}" srcOrd="3" destOrd="0" presId="urn:microsoft.com/office/officeart/2018/2/layout/IconVerticalSolidList"/>
    <dgm:cxn modelId="{0620259B-0DDE-4BCF-886C-87A783071EEC}" type="presParOf" srcId="{53AAE91D-DA95-44FA-8AE0-E0911D603208}" destId="{0CC8B219-AD25-4AF8-906C-0A68A865537A}" srcOrd="3" destOrd="0" presId="urn:microsoft.com/office/officeart/2018/2/layout/IconVerticalSolidList"/>
    <dgm:cxn modelId="{49BD06C8-D81C-4AFF-AB30-C7BDEF0DBD09}" type="presParOf" srcId="{53AAE91D-DA95-44FA-8AE0-E0911D603208}" destId="{C500A0AE-BE3B-4429-A285-472BA856F70B}" srcOrd="4" destOrd="0" presId="urn:microsoft.com/office/officeart/2018/2/layout/IconVerticalSolidList"/>
    <dgm:cxn modelId="{3022C00E-C544-49F2-8E90-36B2BB83D9E6}" type="presParOf" srcId="{C500A0AE-BE3B-4429-A285-472BA856F70B}" destId="{C4AA3FEC-1542-419E-9AAF-99E8B4B3B6A7}" srcOrd="0" destOrd="0" presId="urn:microsoft.com/office/officeart/2018/2/layout/IconVerticalSolidList"/>
    <dgm:cxn modelId="{A1800CA3-BC0C-4D97-8401-7A241DFDC404}" type="presParOf" srcId="{C500A0AE-BE3B-4429-A285-472BA856F70B}" destId="{AC8267E3-D9F3-4831-B650-18A1DF8BBD52}" srcOrd="1" destOrd="0" presId="urn:microsoft.com/office/officeart/2018/2/layout/IconVerticalSolidList"/>
    <dgm:cxn modelId="{C30B3B1A-4C5C-4730-B65A-C3771C08C9C3}" type="presParOf" srcId="{C500A0AE-BE3B-4429-A285-472BA856F70B}" destId="{D1E0EF68-D534-492F-BF7F-ABB70440444C}" srcOrd="2" destOrd="0" presId="urn:microsoft.com/office/officeart/2018/2/layout/IconVerticalSolidList"/>
    <dgm:cxn modelId="{663AD50E-DC99-4565-855D-B5ED99A6078A}" type="presParOf" srcId="{C500A0AE-BE3B-4429-A285-472BA856F70B}" destId="{AF096DE5-3414-446A-B2F3-559A1ED41446}" srcOrd="3" destOrd="0" presId="urn:microsoft.com/office/officeart/2018/2/layout/IconVerticalSolidList"/>
    <dgm:cxn modelId="{D7F5579D-B8E9-49FD-81BC-E4C368EC77D3}" type="presParOf" srcId="{C500A0AE-BE3B-4429-A285-472BA856F70B}" destId="{A85637FD-D7AF-42AD-965C-A801B3791A01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E187197-B3BD-4FE8-9DA9-9A94777CE48D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FD5FA53-497D-487E-BC22-42789804E252}">
      <dgm:prSet/>
      <dgm:spPr/>
      <dgm:t>
        <a:bodyPr/>
        <a:lstStyle/>
        <a:p>
          <a:r>
            <a:rPr lang="en-US" b="1" i="0" dirty="0"/>
            <a:t>Statistical analysis </a:t>
          </a:r>
          <a:r>
            <a:rPr lang="en-US" b="0" i="0" dirty="0"/>
            <a:t>is </a:t>
          </a:r>
          <a:r>
            <a:rPr lang="en-US" dirty="0"/>
            <a:t>a systematic process for gathering, analyzing, and interpreting data to find patterns, trends, and relationships</a:t>
          </a:r>
        </a:p>
      </dgm:t>
    </dgm:pt>
    <dgm:pt modelId="{FB348F13-6DC3-426F-A389-BD0B1EC5B2C2}" type="parTrans" cxnId="{A7E32BDF-EEE0-4783-ABFF-63184CF09144}">
      <dgm:prSet/>
      <dgm:spPr/>
      <dgm:t>
        <a:bodyPr/>
        <a:lstStyle/>
        <a:p>
          <a:endParaRPr lang="en-US"/>
        </a:p>
      </dgm:t>
    </dgm:pt>
    <dgm:pt modelId="{46352050-18E9-436D-B559-7CB3232A2785}" type="sibTrans" cxnId="{A7E32BDF-EEE0-4783-ABFF-63184CF09144}">
      <dgm:prSet/>
      <dgm:spPr/>
      <dgm:t>
        <a:bodyPr/>
        <a:lstStyle/>
        <a:p>
          <a:endParaRPr lang="en-US"/>
        </a:p>
      </dgm:t>
    </dgm:pt>
    <dgm:pt modelId="{BA803ADE-6B16-4062-8493-C3B1559371D5}">
      <dgm:prSet/>
      <dgm:spPr/>
      <dgm:t>
        <a:bodyPr/>
        <a:lstStyle/>
        <a:p>
          <a:r>
            <a:rPr lang="en-US" b="0" i="0"/>
            <a:t>Thematic analysis is a method for analyzing qualitative data to identify patterns and themes. It's often used on sets of texts, such as transcripts or interviews.</a:t>
          </a:r>
          <a:endParaRPr lang="en-US"/>
        </a:p>
      </dgm:t>
    </dgm:pt>
    <dgm:pt modelId="{E028285A-77E0-4B44-9D54-FCEC727E0615}" type="parTrans" cxnId="{AC8624B1-85EF-4E40-AECA-3985611F4490}">
      <dgm:prSet/>
      <dgm:spPr/>
      <dgm:t>
        <a:bodyPr/>
        <a:lstStyle/>
        <a:p>
          <a:endParaRPr lang="en-US"/>
        </a:p>
      </dgm:t>
    </dgm:pt>
    <dgm:pt modelId="{F106ECF3-92E0-4C18-A685-9379A6C08E8E}" type="sibTrans" cxnId="{AC8624B1-85EF-4E40-AECA-3985611F4490}">
      <dgm:prSet/>
      <dgm:spPr/>
      <dgm:t>
        <a:bodyPr/>
        <a:lstStyle/>
        <a:p>
          <a:endParaRPr lang="en-US"/>
        </a:p>
      </dgm:t>
    </dgm:pt>
    <dgm:pt modelId="{30C13DD4-CF4B-714A-ADCC-789D043CC68F}" type="pres">
      <dgm:prSet presAssocID="{8E187197-B3BD-4FE8-9DA9-9A94777CE48D}" presName="linear" presStyleCnt="0">
        <dgm:presLayoutVars>
          <dgm:animLvl val="lvl"/>
          <dgm:resizeHandles val="exact"/>
        </dgm:presLayoutVars>
      </dgm:prSet>
      <dgm:spPr/>
    </dgm:pt>
    <dgm:pt modelId="{73914874-32F2-5540-B410-0027028E4D6D}" type="pres">
      <dgm:prSet presAssocID="{4FD5FA53-497D-487E-BC22-42789804E25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413B78F-4DD1-7E49-A0E0-67D0C0A7E61C}" type="pres">
      <dgm:prSet presAssocID="{46352050-18E9-436D-B559-7CB3232A2785}" presName="spacer" presStyleCnt="0"/>
      <dgm:spPr/>
    </dgm:pt>
    <dgm:pt modelId="{0FC859BA-96A7-984C-B3F1-7260897A60CF}" type="pres">
      <dgm:prSet presAssocID="{BA803ADE-6B16-4062-8493-C3B1559371D5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60F84786-7F33-6F49-9282-900C4A394A32}" type="presOf" srcId="{8E187197-B3BD-4FE8-9DA9-9A94777CE48D}" destId="{30C13DD4-CF4B-714A-ADCC-789D043CC68F}" srcOrd="0" destOrd="0" presId="urn:microsoft.com/office/officeart/2005/8/layout/vList2"/>
    <dgm:cxn modelId="{432F9AA0-6314-E846-9965-1998D9A4BE9F}" type="presOf" srcId="{4FD5FA53-497D-487E-BC22-42789804E252}" destId="{73914874-32F2-5540-B410-0027028E4D6D}" srcOrd="0" destOrd="0" presId="urn:microsoft.com/office/officeart/2005/8/layout/vList2"/>
    <dgm:cxn modelId="{AC8624B1-85EF-4E40-AECA-3985611F4490}" srcId="{8E187197-B3BD-4FE8-9DA9-9A94777CE48D}" destId="{BA803ADE-6B16-4062-8493-C3B1559371D5}" srcOrd="1" destOrd="0" parTransId="{E028285A-77E0-4B44-9D54-FCEC727E0615}" sibTransId="{F106ECF3-92E0-4C18-A685-9379A6C08E8E}"/>
    <dgm:cxn modelId="{4FDA39C9-8D01-3842-94D1-0891BA868BC8}" type="presOf" srcId="{BA803ADE-6B16-4062-8493-C3B1559371D5}" destId="{0FC859BA-96A7-984C-B3F1-7260897A60CF}" srcOrd="0" destOrd="0" presId="urn:microsoft.com/office/officeart/2005/8/layout/vList2"/>
    <dgm:cxn modelId="{A7E32BDF-EEE0-4783-ABFF-63184CF09144}" srcId="{8E187197-B3BD-4FE8-9DA9-9A94777CE48D}" destId="{4FD5FA53-497D-487E-BC22-42789804E252}" srcOrd="0" destOrd="0" parTransId="{FB348F13-6DC3-426F-A389-BD0B1EC5B2C2}" sibTransId="{46352050-18E9-436D-B559-7CB3232A2785}"/>
    <dgm:cxn modelId="{19715CE0-649B-BB4C-9A5A-F314F31B9FFC}" type="presParOf" srcId="{30C13DD4-CF4B-714A-ADCC-789D043CC68F}" destId="{73914874-32F2-5540-B410-0027028E4D6D}" srcOrd="0" destOrd="0" presId="urn:microsoft.com/office/officeart/2005/8/layout/vList2"/>
    <dgm:cxn modelId="{BC77F9D9-40D2-C54A-89EF-6135B069DC14}" type="presParOf" srcId="{30C13DD4-CF4B-714A-ADCC-789D043CC68F}" destId="{D413B78F-4DD1-7E49-A0E0-67D0C0A7E61C}" srcOrd="1" destOrd="0" presId="urn:microsoft.com/office/officeart/2005/8/layout/vList2"/>
    <dgm:cxn modelId="{9BF95F48-EE93-314E-A2D4-0065AEE264EC}" type="presParOf" srcId="{30C13DD4-CF4B-714A-ADCC-789D043CC68F}" destId="{0FC859BA-96A7-984C-B3F1-7260897A60CF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D901434-920D-4934-AD70-B1B6267D37D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40E3C599-448B-45BC-B4C1-63AB0B492D4A}">
      <dgm:prSet custT="1"/>
      <dgm:spPr/>
      <dgm:t>
        <a:bodyPr/>
        <a:lstStyle/>
        <a:p>
          <a:r>
            <a:rPr lang="en-US" sz="2400" dirty="0"/>
            <a:t>Define trustworthiness in the context of your research and its importance for validity and reliability.</a:t>
          </a:r>
        </a:p>
      </dgm:t>
    </dgm:pt>
    <dgm:pt modelId="{8F0C6B61-093E-45C1-9E95-7EC12370A7E2}" type="parTrans" cxnId="{AECCA3A5-0D1C-4417-A361-BF7D5FA56B3D}">
      <dgm:prSet/>
      <dgm:spPr/>
      <dgm:t>
        <a:bodyPr/>
        <a:lstStyle/>
        <a:p>
          <a:endParaRPr lang="en-US"/>
        </a:p>
      </dgm:t>
    </dgm:pt>
    <dgm:pt modelId="{917E30F4-BE7A-459D-B127-867FAB32B17A}" type="sibTrans" cxnId="{AECCA3A5-0D1C-4417-A361-BF7D5FA56B3D}">
      <dgm:prSet/>
      <dgm:spPr/>
      <dgm:t>
        <a:bodyPr/>
        <a:lstStyle/>
        <a:p>
          <a:endParaRPr lang="en-US"/>
        </a:p>
      </dgm:t>
    </dgm:pt>
    <dgm:pt modelId="{9ED14A9C-F21B-4AB6-A23D-B999F444C17B}">
      <dgm:prSet custT="1"/>
      <dgm:spPr/>
      <dgm:t>
        <a:bodyPr/>
        <a:lstStyle/>
        <a:p>
          <a:r>
            <a:rPr lang="en-US" sz="2400" dirty="0"/>
            <a:t>Discuss strategies employed to ensure credibility, transferability, dependability, and confirmability of findings.</a:t>
          </a:r>
        </a:p>
      </dgm:t>
    </dgm:pt>
    <dgm:pt modelId="{A13F7E5B-A751-4A93-A78D-84062A8E057C}" type="parTrans" cxnId="{6A66B874-E497-4D27-8338-14DB83953323}">
      <dgm:prSet/>
      <dgm:spPr/>
      <dgm:t>
        <a:bodyPr/>
        <a:lstStyle/>
        <a:p>
          <a:endParaRPr lang="en-US"/>
        </a:p>
      </dgm:t>
    </dgm:pt>
    <dgm:pt modelId="{A9DC6D78-EF58-4BAD-AA6A-079F95692783}" type="sibTrans" cxnId="{6A66B874-E497-4D27-8338-14DB83953323}">
      <dgm:prSet/>
      <dgm:spPr/>
      <dgm:t>
        <a:bodyPr/>
        <a:lstStyle/>
        <a:p>
          <a:endParaRPr lang="en-US"/>
        </a:p>
      </dgm:t>
    </dgm:pt>
    <dgm:pt modelId="{D57EA72C-3B6C-4864-B45C-AACCDE343123}">
      <dgm:prSet custT="1"/>
      <dgm:spPr/>
      <dgm:t>
        <a:bodyPr/>
        <a:lstStyle/>
        <a:p>
          <a:r>
            <a:rPr lang="en-US" sz="2400" dirty="0"/>
            <a:t>Describe triangulation processes used to enhance confidence in data and interpretations.</a:t>
          </a:r>
        </a:p>
      </dgm:t>
    </dgm:pt>
    <dgm:pt modelId="{198D5832-12D2-438C-9675-0B401BF5488A}" type="parTrans" cxnId="{B1FAA010-5EC4-4FB4-8947-C497EDE93E2C}">
      <dgm:prSet/>
      <dgm:spPr/>
      <dgm:t>
        <a:bodyPr/>
        <a:lstStyle/>
        <a:p>
          <a:endParaRPr lang="en-US"/>
        </a:p>
      </dgm:t>
    </dgm:pt>
    <dgm:pt modelId="{31900CBD-2D88-40C7-AE68-B5118B5502B4}" type="sibTrans" cxnId="{B1FAA010-5EC4-4FB4-8947-C497EDE93E2C}">
      <dgm:prSet/>
      <dgm:spPr/>
      <dgm:t>
        <a:bodyPr/>
        <a:lstStyle/>
        <a:p>
          <a:endParaRPr lang="en-US"/>
        </a:p>
      </dgm:t>
    </dgm:pt>
    <dgm:pt modelId="{D55F9075-1679-4D3A-8D74-89B6E2C1EFAC}">
      <dgm:prSet custT="1"/>
      <dgm:spPr/>
      <dgm:t>
        <a:bodyPr/>
        <a:lstStyle/>
        <a:p>
          <a:r>
            <a:rPr lang="en-US" sz="2000" b="1" i="0" dirty="0"/>
            <a:t>Methodological triangulation</a:t>
          </a:r>
          <a:r>
            <a:rPr lang="en-US" sz="2000" dirty="0"/>
            <a:t>: </a:t>
          </a:r>
          <a:r>
            <a:rPr lang="en-US" sz="2000" b="0" i="0" dirty="0"/>
            <a:t>Using multiple methods of data collection, such as combining qualitative and quantitative methods. For example, a researcher might combine interviews with participant observation</a:t>
          </a:r>
          <a:endParaRPr lang="en-US" sz="2000" dirty="0"/>
        </a:p>
      </dgm:t>
    </dgm:pt>
    <dgm:pt modelId="{C00B8B61-49EB-4F57-AEA4-C16F17272FEC}" type="parTrans" cxnId="{CFF4E1DD-7961-4F64-81C3-153775AF41D8}">
      <dgm:prSet/>
      <dgm:spPr/>
      <dgm:t>
        <a:bodyPr/>
        <a:lstStyle/>
        <a:p>
          <a:endParaRPr lang="en-US"/>
        </a:p>
      </dgm:t>
    </dgm:pt>
    <dgm:pt modelId="{431447AE-06DB-4B35-A446-C359FD066157}" type="sibTrans" cxnId="{CFF4E1DD-7961-4F64-81C3-153775AF41D8}">
      <dgm:prSet/>
      <dgm:spPr/>
      <dgm:t>
        <a:bodyPr/>
        <a:lstStyle/>
        <a:p>
          <a:endParaRPr lang="en-US"/>
        </a:p>
      </dgm:t>
    </dgm:pt>
    <dgm:pt modelId="{766012FC-225E-4191-9741-9783FBCB28EF}" type="pres">
      <dgm:prSet presAssocID="{DD901434-920D-4934-AD70-B1B6267D37D2}" presName="root" presStyleCnt="0">
        <dgm:presLayoutVars>
          <dgm:dir/>
          <dgm:resizeHandles val="exact"/>
        </dgm:presLayoutVars>
      </dgm:prSet>
      <dgm:spPr/>
    </dgm:pt>
    <dgm:pt modelId="{DD1B8F8E-807E-4530-84BB-997AAFDA57A7}" type="pres">
      <dgm:prSet presAssocID="{40E3C599-448B-45BC-B4C1-63AB0B492D4A}" presName="compNode" presStyleCnt="0"/>
      <dgm:spPr/>
    </dgm:pt>
    <dgm:pt modelId="{08A2EF60-BF00-4955-A758-5377DFEDCD8D}" type="pres">
      <dgm:prSet presAssocID="{40E3C599-448B-45BC-B4C1-63AB0B492D4A}" presName="bgRect" presStyleLbl="bgShp" presStyleIdx="0" presStyleCnt="4"/>
      <dgm:spPr/>
    </dgm:pt>
    <dgm:pt modelId="{36FE69B5-0807-4C90-B160-374E1D1EB82E}" type="pres">
      <dgm:prSet presAssocID="{40E3C599-448B-45BC-B4C1-63AB0B492D4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A43C1600-C6A0-43D9-91D3-DB0024BE0357}" type="pres">
      <dgm:prSet presAssocID="{40E3C599-448B-45BC-B4C1-63AB0B492D4A}" presName="spaceRect" presStyleCnt="0"/>
      <dgm:spPr/>
    </dgm:pt>
    <dgm:pt modelId="{CEDB7A7A-DBBA-46B9-B2E9-C37E9D6009C0}" type="pres">
      <dgm:prSet presAssocID="{40E3C599-448B-45BC-B4C1-63AB0B492D4A}" presName="parTx" presStyleLbl="revTx" presStyleIdx="0" presStyleCnt="4">
        <dgm:presLayoutVars>
          <dgm:chMax val="0"/>
          <dgm:chPref val="0"/>
        </dgm:presLayoutVars>
      </dgm:prSet>
      <dgm:spPr/>
    </dgm:pt>
    <dgm:pt modelId="{5EE1D1E9-5131-49D4-9368-D6BE22AE822A}" type="pres">
      <dgm:prSet presAssocID="{917E30F4-BE7A-459D-B127-867FAB32B17A}" presName="sibTrans" presStyleCnt="0"/>
      <dgm:spPr/>
    </dgm:pt>
    <dgm:pt modelId="{7906121F-272E-449F-B2DC-77A7C99B9D39}" type="pres">
      <dgm:prSet presAssocID="{9ED14A9C-F21B-4AB6-A23D-B999F444C17B}" presName="compNode" presStyleCnt="0"/>
      <dgm:spPr/>
    </dgm:pt>
    <dgm:pt modelId="{5A6E7C1A-DD8C-4272-B542-B77284481ABB}" type="pres">
      <dgm:prSet presAssocID="{9ED14A9C-F21B-4AB6-A23D-B999F444C17B}" presName="bgRect" presStyleLbl="bgShp" presStyleIdx="1" presStyleCnt="4"/>
      <dgm:spPr/>
    </dgm:pt>
    <dgm:pt modelId="{9DEFF779-12A2-4A94-8ADE-289F17935672}" type="pres">
      <dgm:prSet presAssocID="{9ED14A9C-F21B-4AB6-A23D-B999F444C17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udge"/>
        </a:ext>
      </dgm:extLst>
    </dgm:pt>
    <dgm:pt modelId="{8299EDFE-25A3-4573-8A35-9E2ECE54ECED}" type="pres">
      <dgm:prSet presAssocID="{9ED14A9C-F21B-4AB6-A23D-B999F444C17B}" presName="spaceRect" presStyleCnt="0"/>
      <dgm:spPr/>
    </dgm:pt>
    <dgm:pt modelId="{8B9BF552-D83D-4178-8D56-C84AE5C6D8A6}" type="pres">
      <dgm:prSet presAssocID="{9ED14A9C-F21B-4AB6-A23D-B999F444C17B}" presName="parTx" presStyleLbl="revTx" presStyleIdx="1" presStyleCnt="4">
        <dgm:presLayoutVars>
          <dgm:chMax val="0"/>
          <dgm:chPref val="0"/>
        </dgm:presLayoutVars>
      </dgm:prSet>
      <dgm:spPr/>
    </dgm:pt>
    <dgm:pt modelId="{60167C3D-798F-4C1E-965E-A05A7261A21F}" type="pres">
      <dgm:prSet presAssocID="{A9DC6D78-EF58-4BAD-AA6A-079F95692783}" presName="sibTrans" presStyleCnt="0"/>
      <dgm:spPr/>
    </dgm:pt>
    <dgm:pt modelId="{92E62F86-EB01-488A-8F73-E6B68B22A8CA}" type="pres">
      <dgm:prSet presAssocID="{D57EA72C-3B6C-4864-B45C-AACCDE343123}" presName="compNode" presStyleCnt="0"/>
      <dgm:spPr/>
    </dgm:pt>
    <dgm:pt modelId="{F9C5CDCB-21B7-4981-A8A2-DF1F3F5FF31F}" type="pres">
      <dgm:prSet presAssocID="{D57EA72C-3B6C-4864-B45C-AACCDE343123}" presName="bgRect" presStyleLbl="bgShp" presStyleIdx="2" presStyleCnt="4"/>
      <dgm:spPr/>
    </dgm:pt>
    <dgm:pt modelId="{AB2683BE-39D6-4BFE-9342-B0577CAA6442}" type="pres">
      <dgm:prSet presAssocID="{D57EA72C-3B6C-4864-B45C-AACCDE34312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68B62202-A596-4EBC-959D-1CCBB670E906}" type="pres">
      <dgm:prSet presAssocID="{D57EA72C-3B6C-4864-B45C-AACCDE343123}" presName="spaceRect" presStyleCnt="0"/>
      <dgm:spPr/>
    </dgm:pt>
    <dgm:pt modelId="{3B004E6E-D228-4F62-9A05-8EE741EDB39B}" type="pres">
      <dgm:prSet presAssocID="{D57EA72C-3B6C-4864-B45C-AACCDE343123}" presName="parTx" presStyleLbl="revTx" presStyleIdx="2" presStyleCnt="4">
        <dgm:presLayoutVars>
          <dgm:chMax val="0"/>
          <dgm:chPref val="0"/>
        </dgm:presLayoutVars>
      </dgm:prSet>
      <dgm:spPr/>
    </dgm:pt>
    <dgm:pt modelId="{DCB14CF2-C9E2-462E-9B84-DDD9F8387AEA}" type="pres">
      <dgm:prSet presAssocID="{31900CBD-2D88-40C7-AE68-B5118B5502B4}" presName="sibTrans" presStyleCnt="0"/>
      <dgm:spPr/>
    </dgm:pt>
    <dgm:pt modelId="{848844C9-2679-45DD-81B1-F968F6DD49B3}" type="pres">
      <dgm:prSet presAssocID="{D55F9075-1679-4D3A-8D74-89B6E2C1EFAC}" presName="compNode" presStyleCnt="0"/>
      <dgm:spPr/>
    </dgm:pt>
    <dgm:pt modelId="{FDF618DC-075B-4565-9829-BA8C79104D53}" type="pres">
      <dgm:prSet presAssocID="{D55F9075-1679-4D3A-8D74-89B6E2C1EFAC}" presName="bgRect" presStyleLbl="bgShp" presStyleIdx="3" presStyleCnt="4" custLinFactNeighborX="7971" custLinFactNeighborY="9944"/>
      <dgm:spPr/>
    </dgm:pt>
    <dgm:pt modelId="{DC61DA7F-C640-47CB-A25E-5F342B969A5C}" type="pres">
      <dgm:prSet presAssocID="{D55F9075-1679-4D3A-8D74-89B6E2C1EFA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e chart"/>
        </a:ext>
      </dgm:extLst>
    </dgm:pt>
    <dgm:pt modelId="{54EC2DBE-50BE-46EB-9B3C-E2490BD0194C}" type="pres">
      <dgm:prSet presAssocID="{D55F9075-1679-4D3A-8D74-89B6E2C1EFAC}" presName="spaceRect" presStyleCnt="0"/>
      <dgm:spPr/>
    </dgm:pt>
    <dgm:pt modelId="{3FFE0BB3-54EA-49D7-8946-325C543403A2}" type="pres">
      <dgm:prSet presAssocID="{D55F9075-1679-4D3A-8D74-89B6E2C1EFA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B1FAA010-5EC4-4FB4-8947-C497EDE93E2C}" srcId="{DD901434-920D-4934-AD70-B1B6267D37D2}" destId="{D57EA72C-3B6C-4864-B45C-AACCDE343123}" srcOrd="2" destOrd="0" parTransId="{198D5832-12D2-438C-9675-0B401BF5488A}" sibTransId="{31900CBD-2D88-40C7-AE68-B5118B5502B4}"/>
    <dgm:cxn modelId="{17EFAD41-0D64-4C38-9486-1EB3F69F3897}" type="presOf" srcId="{D55F9075-1679-4D3A-8D74-89B6E2C1EFAC}" destId="{3FFE0BB3-54EA-49D7-8946-325C543403A2}" srcOrd="0" destOrd="0" presId="urn:microsoft.com/office/officeart/2018/2/layout/IconVerticalSolidList"/>
    <dgm:cxn modelId="{09A6A54D-C35C-4FB5-8777-0C240CF9D270}" type="presOf" srcId="{40E3C599-448B-45BC-B4C1-63AB0B492D4A}" destId="{CEDB7A7A-DBBA-46B9-B2E9-C37E9D6009C0}" srcOrd="0" destOrd="0" presId="urn:microsoft.com/office/officeart/2018/2/layout/IconVerticalSolidList"/>
    <dgm:cxn modelId="{6A66B874-E497-4D27-8338-14DB83953323}" srcId="{DD901434-920D-4934-AD70-B1B6267D37D2}" destId="{9ED14A9C-F21B-4AB6-A23D-B999F444C17B}" srcOrd="1" destOrd="0" parTransId="{A13F7E5B-A751-4A93-A78D-84062A8E057C}" sibTransId="{A9DC6D78-EF58-4BAD-AA6A-079F95692783}"/>
    <dgm:cxn modelId="{AECCA3A5-0D1C-4417-A361-BF7D5FA56B3D}" srcId="{DD901434-920D-4934-AD70-B1B6267D37D2}" destId="{40E3C599-448B-45BC-B4C1-63AB0B492D4A}" srcOrd="0" destOrd="0" parTransId="{8F0C6B61-093E-45C1-9E95-7EC12370A7E2}" sibTransId="{917E30F4-BE7A-459D-B127-867FAB32B17A}"/>
    <dgm:cxn modelId="{5BA34AD8-FCD1-407C-BCAC-1DF2B6EEEC29}" type="presOf" srcId="{9ED14A9C-F21B-4AB6-A23D-B999F444C17B}" destId="{8B9BF552-D83D-4178-8D56-C84AE5C6D8A6}" srcOrd="0" destOrd="0" presId="urn:microsoft.com/office/officeart/2018/2/layout/IconVerticalSolidList"/>
    <dgm:cxn modelId="{CFF4E1DD-7961-4F64-81C3-153775AF41D8}" srcId="{DD901434-920D-4934-AD70-B1B6267D37D2}" destId="{D55F9075-1679-4D3A-8D74-89B6E2C1EFAC}" srcOrd="3" destOrd="0" parTransId="{C00B8B61-49EB-4F57-AEA4-C16F17272FEC}" sibTransId="{431447AE-06DB-4B35-A446-C359FD066157}"/>
    <dgm:cxn modelId="{6E6698E4-6788-428F-A9AE-6495AA8B6AFC}" type="presOf" srcId="{D57EA72C-3B6C-4864-B45C-AACCDE343123}" destId="{3B004E6E-D228-4F62-9A05-8EE741EDB39B}" srcOrd="0" destOrd="0" presId="urn:microsoft.com/office/officeart/2018/2/layout/IconVerticalSolidList"/>
    <dgm:cxn modelId="{04E6ADF3-8991-43C7-8201-730EC546A17A}" type="presOf" srcId="{DD901434-920D-4934-AD70-B1B6267D37D2}" destId="{766012FC-225E-4191-9741-9783FBCB28EF}" srcOrd="0" destOrd="0" presId="urn:microsoft.com/office/officeart/2018/2/layout/IconVerticalSolidList"/>
    <dgm:cxn modelId="{568BB255-41D3-471D-8A75-1759F6A4B0EA}" type="presParOf" srcId="{766012FC-225E-4191-9741-9783FBCB28EF}" destId="{DD1B8F8E-807E-4530-84BB-997AAFDA57A7}" srcOrd="0" destOrd="0" presId="urn:microsoft.com/office/officeart/2018/2/layout/IconVerticalSolidList"/>
    <dgm:cxn modelId="{57D8F484-8114-49B8-BCCA-2E3EB30DFE73}" type="presParOf" srcId="{DD1B8F8E-807E-4530-84BB-997AAFDA57A7}" destId="{08A2EF60-BF00-4955-A758-5377DFEDCD8D}" srcOrd="0" destOrd="0" presId="urn:microsoft.com/office/officeart/2018/2/layout/IconVerticalSolidList"/>
    <dgm:cxn modelId="{BD3AE6C8-D6D0-4CD4-8EEB-A5CB4FF33DE4}" type="presParOf" srcId="{DD1B8F8E-807E-4530-84BB-997AAFDA57A7}" destId="{36FE69B5-0807-4C90-B160-374E1D1EB82E}" srcOrd="1" destOrd="0" presId="urn:microsoft.com/office/officeart/2018/2/layout/IconVerticalSolidList"/>
    <dgm:cxn modelId="{B0FEB962-7CEC-4CD4-90E3-87686C987463}" type="presParOf" srcId="{DD1B8F8E-807E-4530-84BB-997AAFDA57A7}" destId="{A43C1600-C6A0-43D9-91D3-DB0024BE0357}" srcOrd="2" destOrd="0" presId="urn:microsoft.com/office/officeart/2018/2/layout/IconVerticalSolidList"/>
    <dgm:cxn modelId="{16599CCD-4464-4AAC-ABB1-E5ECED26B3B0}" type="presParOf" srcId="{DD1B8F8E-807E-4530-84BB-997AAFDA57A7}" destId="{CEDB7A7A-DBBA-46B9-B2E9-C37E9D6009C0}" srcOrd="3" destOrd="0" presId="urn:microsoft.com/office/officeart/2018/2/layout/IconVerticalSolidList"/>
    <dgm:cxn modelId="{92948562-FE7B-420E-B718-E6425334FA6C}" type="presParOf" srcId="{766012FC-225E-4191-9741-9783FBCB28EF}" destId="{5EE1D1E9-5131-49D4-9368-D6BE22AE822A}" srcOrd="1" destOrd="0" presId="urn:microsoft.com/office/officeart/2018/2/layout/IconVerticalSolidList"/>
    <dgm:cxn modelId="{2BF3819E-7204-42FB-952C-85EB5436CA0C}" type="presParOf" srcId="{766012FC-225E-4191-9741-9783FBCB28EF}" destId="{7906121F-272E-449F-B2DC-77A7C99B9D39}" srcOrd="2" destOrd="0" presId="urn:microsoft.com/office/officeart/2018/2/layout/IconVerticalSolidList"/>
    <dgm:cxn modelId="{C1CD86FC-94A3-4E52-BC1B-2A23C09462AA}" type="presParOf" srcId="{7906121F-272E-449F-B2DC-77A7C99B9D39}" destId="{5A6E7C1A-DD8C-4272-B542-B77284481ABB}" srcOrd="0" destOrd="0" presId="urn:microsoft.com/office/officeart/2018/2/layout/IconVerticalSolidList"/>
    <dgm:cxn modelId="{D1325FE6-818A-420B-88C0-53CAFB0ED8A4}" type="presParOf" srcId="{7906121F-272E-449F-B2DC-77A7C99B9D39}" destId="{9DEFF779-12A2-4A94-8ADE-289F17935672}" srcOrd="1" destOrd="0" presId="urn:microsoft.com/office/officeart/2018/2/layout/IconVerticalSolidList"/>
    <dgm:cxn modelId="{B9C6948F-5EB4-4C3E-BE62-E7D8E2367B28}" type="presParOf" srcId="{7906121F-272E-449F-B2DC-77A7C99B9D39}" destId="{8299EDFE-25A3-4573-8A35-9E2ECE54ECED}" srcOrd="2" destOrd="0" presId="urn:microsoft.com/office/officeart/2018/2/layout/IconVerticalSolidList"/>
    <dgm:cxn modelId="{B4C4B551-9A69-429C-AD21-8275B0EB6121}" type="presParOf" srcId="{7906121F-272E-449F-B2DC-77A7C99B9D39}" destId="{8B9BF552-D83D-4178-8D56-C84AE5C6D8A6}" srcOrd="3" destOrd="0" presId="urn:microsoft.com/office/officeart/2018/2/layout/IconVerticalSolidList"/>
    <dgm:cxn modelId="{DA488311-4D1E-4C4E-8A03-5284DE3CC7CF}" type="presParOf" srcId="{766012FC-225E-4191-9741-9783FBCB28EF}" destId="{60167C3D-798F-4C1E-965E-A05A7261A21F}" srcOrd="3" destOrd="0" presId="urn:microsoft.com/office/officeart/2018/2/layout/IconVerticalSolidList"/>
    <dgm:cxn modelId="{47CFBBE0-C10B-46F8-BB7B-C98ABE791705}" type="presParOf" srcId="{766012FC-225E-4191-9741-9783FBCB28EF}" destId="{92E62F86-EB01-488A-8F73-E6B68B22A8CA}" srcOrd="4" destOrd="0" presId="urn:microsoft.com/office/officeart/2018/2/layout/IconVerticalSolidList"/>
    <dgm:cxn modelId="{FFE9D6CC-9FE4-4036-BBD5-33580ADF7037}" type="presParOf" srcId="{92E62F86-EB01-488A-8F73-E6B68B22A8CA}" destId="{F9C5CDCB-21B7-4981-A8A2-DF1F3F5FF31F}" srcOrd="0" destOrd="0" presId="urn:microsoft.com/office/officeart/2018/2/layout/IconVerticalSolidList"/>
    <dgm:cxn modelId="{4AD6DDD5-E4E8-4D41-B677-F5B323019D14}" type="presParOf" srcId="{92E62F86-EB01-488A-8F73-E6B68B22A8CA}" destId="{AB2683BE-39D6-4BFE-9342-B0577CAA6442}" srcOrd="1" destOrd="0" presId="urn:microsoft.com/office/officeart/2018/2/layout/IconVerticalSolidList"/>
    <dgm:cxn modelId="{B66B3AEF-E959-4ABB-9D26-81762486D6D4}" type="presParOf" srcId="{92E62F86-EB01-488A-8F73-E6B68B22A8CA}" destId="{68B62202-A596-4EBC-959D-1CCBB670E906}" srcOrd="2" destOrd="0" presId="urn:microsoft.com/office/officeart/2018/2/layout/IconVerticalSolidList"/>
    <dgm:cxn modelId="{781FCEA0-3747-4408-97C9-77FF211B2588}" type="presParOf" srcId="{92E62F86-EB01-488A-8F73-E6B68B22A8CA}" destId="{3B004E6E-D228-4F62-9A05-8EE741EDB39B}" srcOrd="3" destOrd="0" presId="urn:microsoft.com/office/officeart/2018/2/layout/IconVerticalSolidList"/>
    <dgm:cxn modelId="{2EEE62BD-4666-4334-80CB-E06CDCC2F617}" type="presParOf" srcId="{766012FC-225E-4191-9741-9783FBCB28EF}" destId="{DCB14CF2-C9E2-462E-9B84-DDD9F8387AEA}" srcOrd="5" destOrd="0" presId="urn:microsoft.com/office/officeart/2018/2/layout/IconVerticalSolidList"/>
    <dgm:cxn modelId="{3B352662-0DAC-474C-A935-C75CA9927A76}" type="presParOf" srcId="{766012FC-225E-4191-9741-9783FBCB28EF}" destId="{848844C9-2679-45DD-81B1-F968F6DD49B3}" srcOrd="6" destOrd="0" presId="urn:microsoft.com/office/officeart/2018/2/layout/IconVerticalSolidList"/>
    <dgm:cxn modelId="{675ACFB3-8F5D-4BD8-BAC3-0953FBB8A3FF}" type="presParOf" srcId="{848844C9-2679-45DD-81B1-F968F6DD49B3}" destId="{FDF618DC-075B-4565-9829-BA8C79104D53}" srcOrd="0" destOrd="0" presId="urn:microsoft.com/office/officeart/2018/2/layout/IconVerticalSolidList"/>
    <dgm:cxn modelId="{2A7C51A1-33B2-47C8-8087-1C6097A39F89}" type="presParOf" srcId="{848844C9-2679-45DD-81B1-F968F6DD49B3}" destId="{DC61DA7F-C640-47CB-A25E-5F342B969A5C}" srcOrd="1" destOrd="0" presId="urn:microsoft.com/office/officeart/2018/2/layout/IconVerticalSolidList"/>
    <dgm:cxn modelId="{19EF61D6-4308-4D6A-9AC4-D026753F5611}" type="presParOf" srcId="{848844C9-2679-45DD-81B1-F968F6DD49B3}" destId="{54EC2DBE-50BE-46EB-9B3C-E2490BD0194C}" srcOrd="2" destOrd="0" presId="urn:microsoft.com/office/officeart/2018/2/layout/IconVerticalSolidList"/>
    <dgm:cxn modelId="{2ACBD36D-C5A0-4169-9450-1F5FF5EF613C}" type="presParOf" srcId="{848844C9-2679-45DD-81B1-F968F6DD49B3}" destId="{3FFE0BB3-54EA-49D7-8946-325C543403A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CB1870E8-0E6B-4CDB-A817-A1DE878CF63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A4FCA2A6-4188-4AAA-B560-122087F02668}">
      <dgm:prSet custT="1"/>
      <dgm:spPr/>
      <dgm:t>
        <a:bodyPr/>
        <a:lstStyle/>
        <a:p>
          <a:r>
            <a:rPr lang="en-US" sz="2400" dirty="0"/>
            <a:t>Recap the main points covered in the chapter while reinforcing the importance of the chosen methodology.</a:t>
          </a:r>
        </a:p>
      </dgm:t>
    </dgm:pt>
    <dgm:pt modelId="{B2842679-6D31-424F-8E37-72F7A83C600E}" type="parTrans" cxnId="{0242BB9F-1C12-453D-8718-6E2D35F01307}">
      <dgm:prSet/>
      <dgm:spPr/>
      <dgm:t>
        <a:bodyPr/>
        <a:lstStyle/>
        <a:p>
          <a:endParaRPr lang="en-US"/>
        </a:p>
      </dgm:t>
    </dgm:pt>
    <dgm:pt modelId="{00D3E221-5ECA-4CF6-97DB-E9628295F708}" type="sibTrans" cxnId="{0242BB9F-1C12-453D-8718-6E2D35F01307}">
      <dgm:prSet/>
      <dgm:spPr/>
      <dgm:t>
        <a:bodyPr/>
        <a:lstStyle/>
        <a:p>
          <a:endParaRPr lang="en-US"/>
        </a:p>
      </dgm:t>
    </dgm:pt>
    <dgm:pt modelId="{2E4CC351-10DA-4509-AE38-48A01FCD5CC9}">
      <dgm:prSet custT="1"/>
      <dgm:spPr/>
      <dgm:t>
        <a:bodyPr/>
        <a:lstStyle/>
        <a:p>
          <a:r>
            <a:rPr lang="en-US" sz="2400" dirty="0"/>
            <a:t>Emphasize the link between the methodology and achieving the research aims and objectives.</a:t>
          </a:r>
        </a:p>
      </dgm:t>
    </dgm:pt>
    <dgm:pt modelId="{632AB028-6D8A-4830-A02C-0FF08B23901E}" type="parTrans" cxnId="{D203C82E-713F-4D86-8A04-924CC3F26AF8}">
      <dgm:prSet/>
      <dgm:spPr/>
      <dgm:t>
        <a:bodyPr/>
        <a:lstStyle/>
        <a:p>
          <a:endParaRPr lang="en-US"/>
        </a:p>
      </dgm:t>
    </dgm:pt>
    <dgm:pt modelId="{8EFEB5A5-D3AD-4651-AEAF-97276E559BF6}" type="sibTrans" cxnId="{D203C82E-713F-4D86-8A04-924CC3F26AF8}">
      <dgm:prSet/>
      <dgm:spPr/>
      <dgm:t>
        <a:bodyPr/>
        <a:lstStyle/>
        <a:p>
          <a:endParaRPr lang="en-US"/>
        </a:p>
      </dgm:t>
    </dgm:pt>
    <dgm:pt modelId="{777CF121-55A8-4CFF-A4AE-4FF9C9DE7C0D}">
      <dgm:prSet custT="1"/>
      <dgm:spPr/>
      <dgm:t>
        <a:bodyPr/>
        <a:lstStyle/>
        <a:p>
          <a:r>
            <a:rPr lang="en-US" sz="2400" dirty="0"/>
            <a:t>Prepare the reader for the subsequent chapters that will elaborate on findings and discussions based on the methodology outlined.</a:t>
          </a:r>
        </a:p>
      </dgm:t>
    </dgm:pt>
    <dgm:pt modelId="{ECCD4F7C-C2C4-4B69-A2A1-6EB760B43F1F}" type="parTrans" cxnId="{4ED9B328-E9E7-40B4-BB5F-32543CF18057}">
      <dgm:prSet/>
      <dgm:spPr/>
      <dgm:t>
        <a:bodyPr/>
        <a:lstStyle/>
        <a:p>
          <a:endParaRPr lang="en-US"/>
        </a:p>
      </dgm:t>
    </dgm:pt>
    <dgm:pt modelId="{26BA12F7-4849-4FE1-BECB-1D0CB55CC62A}" type="sibTrans" cxnId="{4ED9B328-E9E7-40B4-BB5F-32543CF18057}">
      <dgm:prSet/>
      <dgm:spPr/>
      <dgm:t>
        <a:bodyPr/>
        <a:lstStyle/>
        <a:p>
          <a:endParaRPr lang="en-US"/>
        </a:p>
      </dgm:t>
    </dgm:pt>
    <dgm:pt modelId="{4EF3CD0C-DB98-4931-8BCE-98E2460CB6C1}">
      <dgm:prSet custT="1"/>
      <dgm:spPr/>
      <dgm:t>
        <a:bodyPr/>
        <a:lstStyle/>
        <a:p>
          <a:r>
            <a:rPr lang="en-US" sz="2400" dirty="0"/>
            <a:t>Reinforce the commitment to ethical research practices and the overall integrity of the research process.</a:t>
          </a:r>
        </a:p>
      </dgm:t>
    </dgm:pt>
    <dgm:pt modelId="{47FC8294-6C33-4ED4-926D-0AD8A65417B1}" type="parTrans" cxnId="{3C3467E7-6CFC-4AAC-802B-3139D69E723F}">
      <dgm:prSet/>
      <dgm:spPr/>
      <dgm:t>
        <a:bodyPr/>
        <a:lstStyle/>
        <a:p>
          <a:endParaRPr lang="en-US"/>
        </a:p>
      </dgm:t>
    </dgm:pt>
    <dgm:pt modelId="{3D65FA5A-B89B-47E1-99E4-BC166AEF1B95}" type="sibTrans" cxnId="{3C3467E7-6CFC-4AAC-802B-3139D69E723F}">
      <dgm:prSet/>
      <dgm:spPr/>
      <dgm:t>
        <a:bodyPr/>
        <a:lstStyle/>
        <a:p>
          <a:endParaRPr lang="en-US"/>
        </a:p>
      </dgm:t>
    </dgm:pt>
    <dgm:pt modelId="{9F1FDF55-A5A0-4B7F-BC8A-FD80BF4C8446}" type="pres">
      <dgm:prSet presAssocID="{CB1870E8-0E6B-4CDB-A817-A1DE878CF63C}" presName="root" presStyleCnt="0">
        <dgm:presLayoutVars>
          <dgm:dir/>
          <dgm:resizeHandles val="exact"/>
        </dgm:presLayoutVars>
      </dgm:prSet>
      <dgm:spPr/>
    </dgm:pt>
    <dgm:pt modelId="{601C76B6-EA0D-47DE-BF18-A37A1CB11A9C}" type="pres">
      <dgm:prSet presAssocID="{A4FCA2A6-4188-4AAA-B560-122087F02668}" presName="compNode" presStyleCnt="0"/>
      <dgm:spPr/>
    </dgm:pt>
    <dgm:pt modelId="{7382C275-7A49-4F4F-9215-FB364C4A23DF}" type="pres">
      <dgm:prSet presAssocID="{A4FCA2A6-4188-4AAA-B560-122087F02668}" presName="bgRect" presStyleLbl="bgShp" presStyleIdx="0" presStyleCnt="4"/>
      <dgm:spPr/>
    </dgm:pt>
    <dgm:pt modelId="{4BC4FAAD-91F9-47E3-8E51-129C52F140A6}" type="pres">
      <dgm:prSet presAssocID="{A4FCA2A6-4188-4AAA-B560-122087F0266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F35AFC18-0D74-4DC6-BE5E-745480D5E74B}" type="pres">
      <dgm:prSet presAssocID="{A4FCA2A6-4188-4AAA-B560-122087F02668}" presName="spaceRect" presStyleCnt="0"/>
      <dgm:spPr/>
    </dgm:pt>
    <dgm:pt modelId="{28B77575-D7B9-4597-9922-06D1E4EE9935}" type="pres">
      <dgm:prSet presAssocID="{A4FCA2A6-4188-4AAA-B560-122087F02668}" presName="parTx" presStyleLbl="revTx" presStyleIdx="0" presStyleCnt="4">
        <dgm:presLayoutVars>
          <dgm:chMax val="0"/>
          <dgm:chPref val="0"/>
        </dgm:presLayoutVars>
      </dgm:prSet>
      <dgm:spPr/>
    </dgm:pt>
    <dgm:pt modelId="{F0EAE67E-62E5-406F-B55B-FB24DCE29175}" type="pres">
      <dgm:prSet presAssocID="{00D3E221-5ECA-4CF6-97DB-E9628295F708}" presName="sibTrans" presStyleCnt="0"/>
      <dgm:spPr/>
    </dgm:pt>
    <dgm:pt modelId="{AEE5E103-21EA-4273-A779-BE29AFEC0E16}" type="pres">
      <dgm:prSet presAssocID="{2E4CC351-10DA-4509-AE38-48A01FCD5CC9}" presName="compNode" presStyleCnt="0"/>
      <dgm:spPr/>
    </dgm:pt>
    <dgm:pt modelId="{135E090D-C0FC-4B21-9627-2174BE20B49E}" type="pres">
      <dgm:prSet presAssocID="{2E4CC351-10DA-4509-AE38-48A01FCD5CC9}" presName="bgRect" presStyleLbl="bgShp" presStyleIdx="1" presStyleCnt="4"/>
      <dgm:spPr/>
    </dgm:pt>
    <dgm:pt modelId="{B474312F-F00B-468D-B1A1-57C9D94DB024}" type="pres">
      <dgm:prSet presAssocID="{2E4CC351-10DA-4509-AE38-48A01FCD5CC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23DE94A9-47F7-4104-8430-A2A04DF49177}" type="pres">
      <dgm:prSet presAssocID="{2E4CC351-10DA-4509-AE38-48A01FCD5CC9}" presName="spaceRect" presStyleCnt="0"/>
      <dgm:spPr/>
    </dgm:pt>
    <dgm:pt modelId="{8B1FA7DD-E0FE-4E12-AD3E-299DD9C5F2FB}" type="pres">
      <dgm:prSet presAssocID="{2E4CC351-10DA-4509-AE38-48A01FCD5CC9}" presName="parTx" presStyleLbl="revTx" presStyleIdx="1" presStyleCnt="4">
        <dgm:presLayoutVars>
          <dgm:chMax val="0"/>
          <dgm:chPref val="0"/>
        </dgm:presLayoutVars>
      </dgm:prSet>
      <dgm:spPr/>
    </dgm:pt>
    <dgm:pt modelId="{83407E41-C274-46F9-809A-69028CEA0CB1}" type="pres">
      <dgm:prSet presAssocID="{8EFEB5A5-D3AD-4651-AEAF-97276E559BF6}" presName="sibTrans" presStyleCnt="0"/>
      <dgm:spPr/>
    </dgm:pt>
    <dgm:pt modelId="{1D711487-175F-46EB-A5DF-24C695A52012}" type="pres">
      <dgm:prSet presAssocID="{777CF121-55A8-4CFF-A4AE-4FF9C9DE7C0D}" presName="compNode" presStyleCnt="0"/>
      <dgm:spPr/>
    </dgm:pt>
    <dgm:pt modelId="{F9D6E9F8-A298-42FB-BDCB-067965B2A503}" type="pres">
      <dgm:prSet presAssocID="{777CF121-55A8-4CFF-A4AE-4FF9C9DE7C0D}" presName="bgRect" presStyleLbl="bgShp" presStyleIdx="2" presStyleCnt="4"/>
      <dgm:spPr/>
    </dgm:pt>
    <dgm:pt modelId="{0B206F1B-8C85-4B1E-9EBF-DB7177A24055}" type="pres">
      <dgm:prSet presAssocID="{777CF121-55A8-4CFF-A4AE-4FF9C9DE7C0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otes"/>
        </a:ext>
      </dgm:extLst>
    </dgm:pt>
    <dgm:pt modelId="{4FEEF181-7BB2-4278-924F-75BE74ACAB11}" type="pres">
      <dgm:prSet presAssocID="{777CF121-55A8-4CFF-A4AE-4FF9C9DE7C0D}" presName="spaceRect" presStyleCnt="0"/>
      <dgm:spPr/>
    </dgm:pt>
    <dgm:pt modelId="{EE010D43-EA49-46BC-86B8-B56550C5CBB7}" type="pres">
      <dgm:prSet presAssocID="{777CF121-55A8-4CFF-A4AE-4FF9C9DE7C0D}" presName="parTx" presStyleLbl="revTx" presStyleIdx="2" presStyleCnt="4">
        <dgm:presLayoutVars>
          <dgm:chMax val="0"/>
          <dgm:chPref val="0"/>
        </dgm:presLayoutVars>
      </dgm:prSet>
      <dgm:spPr/>
    </dgm:pt>
    <dgm:pt modelId="{45EAA097-F5DA-4832-A1A4-E8BF9847FEB5}" type="pres">
      <dgm:prSet presAssocID="{26BA12F7-4849-4FE1-BECB-1D0CB55CC62A}" presName="sibTrans" presStyleCnt="0"/>
      <dgm:spPr/>
    </dgm:pt>
    <dgm:pt modelId="{10FA62C5-5060-41CC-93C1-33A82F18D0E8}" type="pres">
      <dgm:prSet presAssocID="{4EF3CD0C-DB98-4931-8BCE-98E2460CB6C1}" presName="compNode" presStyleCnt="0"/>
      <dgm:spPr/>
    </dgm:pt>
    <dgm:pt modelId="{4C9CC332-2310-4C41-B389-4B2D4A64831F}" type="pres">
      <dgm:prSet presAssocID="{4EF3CD0C-DB98-4931-8BCE-98E2460CB6C1}" presName="bgRect" presStyleLbl="bgShp" presStyleIdx="3" presStyleCnt="4"/>
      <dgm:spPr/>
    </dgm:pt>
    <dgm:pt modelId="{FC2749E8-273D-4A12-8D29-C23466C399D8}" type="pres">
      <dgm:prSet presAssocID="{4EF3CD0C-DB98-4931-8BCE-98E2460CB6C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1C2C7C08-ED53-4A7A-A191-CA44F4053CE2}" type="pres">
      <dgm:prSet presAssocID="{4EF3CD0C-DB98-4931-8BCE-98E2460CB6C1}" presName="spaceRect" presStyleCnt="0"/>
      <dgm:spPr/>
    </dgm:pt>
    <dgm:pt modelId="{EDA7F469-C671-48C5-AF17-8E3EEF91FA81}" type="pres">
      <dgm:prSet presAssocID="{4EF3CD0C-DB98-4931-8BCE-98E2460CB6C1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9C6AD12-9F1D-4EE5-93E9-D19A5926B5A0}" type="presOf" srcId="{2E4CC351-10DA-4509-AE38-48A01FCD5CC9}" destId="{8B1FA7DD-E0FE-4E12-AD3E-299DD9C5F2FB}" srcOrd="0" destOrd="0" presId="urn:microsoft.com/office/officeart/2018/2/layout/IconVerticalSolidList"/>
    <dgm:cxn modelId="{4ED9B328-E9E7-40B4-BB5F-32543CF18057}" srcId="{CB1870E8-0E6B-4CDB-A817-A1DE878CF63C}" destId="{777CF121-55A8-4CFF-A4AE-4FF9C9DE7C0D}" srcOrd="2" destOrd="0" parTransId="{ECCD4F7C-C2C4-4B69-A2A1-6EB760B43F1F}" sibTransId="{26BA12F7-4849-4FE1-BECB-1D0CB55CC62A}"/>
    <dgm:cxn modelId="{D203C82E-713F-4D86-8A04-924CC3F26AF8}" srcId="{CB1870E8-0E6B-4CDB-A817-A1DE878CF63C}" destId="{2E4CC351-10DA-4509-AE38-48A01FCD5CC9}" srcOrd="1" destOrd="0" parTransId="{632AB028-6D8A-4830-A02C-0FF08B23901E}" sibTransId="{8EFEB5A5-D3AD-4651-AEAF-97276E559BF6}"/>
    <dgm:cxn modelId="{E8857C4F-E9BE-487F-9786-3A17726A3E61}" type="presOf" srcId="{CB1870E8-0E6B-4CDB-A817-A1DE878CF63C}" destId="{9F1FDF55-A5A0-4B7F-BC8A-FD80BF4C8446}" srcOrd="0" destOrd="0" presId="urn:microsoft.com/office/officeart/2018/2/layout/IconVerticalSolidList"/>
    <dgm:cxn modelId="{0242BB9F-1C12-453D-8718-6E2D35F01307}" srcId="{CB1870E8-0E6B-4CDB-A817-A1DE878CF63C}" destId="{A4FCA2A6-4188-4AAA-B560-122087F02668}" srcOrd="0" destOrd="0" parTransId="{B2842679-6D31-424F-8E37-72F7A83C600E}" sibTransId="{00D3E221-5ECA-4CF6-97DB-E9628295F708}"/>
    <dgm:cxn modelId="{85AC34B7-ACDF-4915-8162-0A9B9A3D6034}" type="presOf" srcId="{A4FCA2A6-4188-4AAA-B560-122087F02668}" destId="{28B77575-D7B9-4597-9922-06D1E4EE9935}" srcOrd="0" destOrd="0" presId="urn:microsoft.com/office/officeart/2018/2/layout/IconVerticalSolidList"/>
    <dgm:cxn modelId="{B238D1BB-D7D0-4DEF-B0DA-C77A557793D9}" type="presOf" srcId="{4EF3CD0C-DB98-4931-8BCE-98E2460CB6C1}" destId="{EDA7F469-C671-48C5-AF17-8E3EEF91FA81}" srcOrd="0" destOrd="0" presId="urn:microsoft.com/office/officeart/2018/2/layout/IconVerticalSolidList"/>
    <dgm:cxn modelId="{96DC65C0-F1CE-46E8-A4E6-7B6BB62D2C09}" type="presOf" srcId="{777CF121-55A8-4CFF-A4AE-4FF9C9DE7C0D}" destId="{EE010D43-EA49-46BC-86B8-B56550C5CBB7}" srcOrd="0" destOrd="0" presId="urn:microsoft.com/office/officeart/2018/2/layout/IconVerticalSolidList"/>
    <dgm:cxn modelId="{3C3467E7-6CFC-4AAC-802B-3139D69E723F}" srcId="{CB1870E8-0E6B-4CDB-A817-A1DE878CF63C}" destId="{4EF3CD0C-DB98-4931-8BCE-98E2460CB6C1}" srcOrd="3" destOrd="0" parTransId="{47FC8294-6C33-4ED4-926D-0AD8A65417B1}" sibTransId="{3D65FA5A-B89B-47E1-99E4-BC166AEF1B95}"/>
    <dgm:cxn modelId="{3F495454-F3D3-4FE3-B2A9-E2BE8351C28E}" type="presParOf" srcId="{9F1FDF55-A5A0-4B7F-BC8A-FD80BF4C8446}" destId="{601C76B6-EA0D-47DE-BF18-A37A1CB11A9C}" srcOrd="0" destOrd="0" presId="urn:microsoft.com/office/officeart/2018/2/layout/IconVerticalSolidList"/>
    <dgm:cxn modelId="{B03770A1-36ED-4511-90F7-72358D0678A4}" type="presParOf" srcId="{601C76B6-EA0D-47DE-BF18-A37A1CB11A9C}" destId="{7382C275-7A49-4F4F-9215-FB364C4A23DF}" srcOrd="0" destOrd="0" presId="urn:microsoft.com/office/officeart/2018/2/layout/IconVerticalSolidList"/>
    <dgm:cxn modelId="{CEE562F4-1053-420F-970B-76F884C821E6}" type="presParOf" srcId="{601C76B6-EA0D-47DE-BF18-A37A1CB11A9C}" destId="{4BC4FAAD-91F9-47E3-8E51-129C52F140A6}" srcOrd="1" destOrd="0" presId="urn:microsoft.com/office/officeart/2018/2/layout/IconVerticalSolidList"/>
    <dgm:cxn modelId="{BC0EB2A3-7C74-4A9C-B9A2-E6718D970954}" type="presParOf" srcId="{601C76B6-EA0D-47DE-BF18-A37A1CB11A9C}" destId="{F35AFC18-0D74-4DC6-BE5E-745480D5E74B}" srcOrd="2" destOrd="0" presId="urn:microsoft.com/office/officeart/2018/2/layout/IconVerticalSolidList"/>
    <dgm:cxn modelId="{45F150CC-9B2A-4BE4-BD97-DA7F6B37ACDD}" type="presParOf" srcId="{601C76B6-EA0D-47DE-BF18-A37A1CB11A9C}" destId="{28B77575-D7B9-4597-9922-06D1E4EE9935}" srcOrd="3" destOrd="0" presId="urn:microsoft.com/office/officeart/2018/2/layout/IconVerticalSolidList"/>
    <dgm:cxn modelId="{6F8D9EB1-750B-48F8-8A26-49D4EC668B8A}" type="presParOf" srcId="{9F1FDF55-A5A0-4B7F-BC8A-FD80BF4C8446}" destId="{F0EAE67E-62E5-406F-B55B-FB24DCE29175}" srcOrd="1" destOrd="0" presId="urn:microsoft.com/office/officeart/2018/2/layout/IconVerticalSolidList"/>
    <dgm:cxn modelId="{F87A2CDA-AA60-4B38-B82D-8BDE0D7AE21C}" type="presParOf" srcId="{9F1FDF55-A5A0-4B7F-BC8A-FD80BF4C8446}" destId="{AEE5E103-21EA-4273-A779-BE29AFEC0E16}" srcOrd="2" destOrd="0" presId="urn:microsoft.com/office/officeart/2018/2/layout/IconVerticalSolidList"/>
    <dgm:cxn modelId="{0BADDCAA-5EE8-4333-AFF3-031E6715255D}" type="presParOf" srcId="{AEE5E103-21EA-4273-A779-BE29AFEC0E16}" destId="{135E090D-C0FC-4B21-9627-2174BE20B49E}" srcOrd="0" destOrd="0" presId="urn:microsoft.com/office/officeart/2018/2/layout/IconVerticalSolidList"/>
    <dgm:cxn modelId="{356CD396-2A80-451D-9824-55BC4C8DC7C5}" type="presParOf" srcId="{AEE5E103-21EA-4273-A779-BE29AFEC0E16}" destId="{B474312F-F00B-468D-B1A1-57C9D94DB024}" srcOrd="1" destOrd="0" presId="urn:microsoft.com/office/officeart/2018/2/layout/IconVerticalSolidList"/>
    <dgm:cxn modelId="{439CE1B4-A1C3-4020-8634-235B997DC4DD}" type="presParOf" srcId="{AEE5E103-21EA-4273-A779-BE29AFEC0E16}" destId="{23DE94A9-47F7-4104-8430-A2A04DF49177}" srcOrd="2" destOrd="0" presId="urn:microsoft.com/office/officeart/2018/2/layout/IconVerticalSolidList"/>
    <dgm:cxn modelId="{6CEAF383-39C4-4887-B0EA-412A9B731043}" type="presParOf" srcId="{AEE5E103-21EA-4273-A779-BE29AFEC0E16}" destId="{8B1FA7DD-E0FE-4E12-AD3E-299DD9C5F2FB}" srcOrd="3" destOrd="0" presId="urn:microsoft.com/office/officeart/2018/2/layout/IconVerticalSolidList"/>
    <dgm:cxn modelId="{A496BB1D-DEE1-4DA7-B382-58F94BC7768D}" type="presParOf" srcId="{9F1FDF55-A5A0-4B7F-BC8A-FD80BF4C8446}" destId="{83407E41-C274-46F9-809A-69028CEA0CB1}" srcOrd="3" destOrd="0" presId="urn:microsoft.com/office/officeart/2018/2/layout/IconVerticalSolidList"/>
    <dgm:cxn modelId="{B6E26990-7158-4C1E-971C-7DE42356AA20}" type="presParOf" srcId="{9F1FDF55-A5A0-4B7F-BC8A-FD80BF4C8446}" destId="{1D711487-175F-46EB-A5DF-24C695A52012}" srcOrd="4" destOrd="0" presId="urn:microsoft.com/office/officeart/2018/2/layout/IconVerticalSolidList"/>
    <dgm:cxn modelId="{8CFF16D2-522D-443E-9E10-063E3F66E8E5}" type="presParOf" srcId="{1D711487-175F-46EB-A5DF-24C695A52012}" destId="{F9D6E9F8-A298-42FB-BDCB-067965B2A503}" srcOrd="0" destOrd="0" presId="urn:microsoft.com/office/officeart/2018/2/layout/IconVerticalSolidList"/>
    <dgm:cxn modelId="{5AE4E241-AFD4-4830-9499-99A13C81B373}" type="presParOf" srcId="{1D711487-175F-46EB-A5DF-24C695A52012}" destId="{0B206F1B-8C85-4B1E-9EBF-DB7177A24055}" srcOrd="1" destOrd="0" presId="urn:microsoft.com/office/officeart/2018/2/layout/IconVerticalSolidList"/>
    <dgm:cxn modelId="{B7F35E37-19D8-4C40-B55F-756F2E0811DC}" type="presParOf" srcId="{1D711487-175F-46EB-A5DF-24C695A52012}" destId="{4FEEF181-7BB2-4278-924F-75BE74ACAB11}" srcOrd="2" destOrd="0" presId="urn:microsoft.com/office/officeart/2018/2/layout/IconVerticalSolidList"/>
    <dgm:cxn modelId="{B1FA3BD7-AEB1-4FA7-A751-BF6198EBA644}" type="presParOf" srcId="{1D711487-175F-46EB-A5DF-24C695A52012}" destId="{EE010D43-EA49-46BC-86B8-B56550C5CBB7}" srcOrd="3" destOrd="0" presId="urn:microsoft.com/office/officeart/2018/2/layout/IconVerticalSolidList"/>
    <dgm:cxn modelId="{3B373BCD-E5AF-40E7-9187-E4E1ED87E93A}" type="presParOf" srcId="{9F1FDF55-A5A0-4B7F-BC8A-FD80BF4C8446}" destId="{45EAA097-F5DA-4832-A1A4-E8BF9847FEB5}" srcOrd="5" destOrd="0" presId="urn:microsoft.com/office/officeart/2018/2/layout/IconVerticalSolidList"/>
    <dgm:cxn modelId="{A8B73467-4361-44DE-BEE4-CFB2C77B117A}" type="presParOf" srcId="{9F1FDF55-A5A0-4B7F-BC8A-FD80BF4C8446}" destId="{10FA62C5-5060-41CC-93C1-33A82F18D0E8}" srcOrd="6" destOrd="0" presId="urn:microsoft.com/office/officeart/2018/2/layout/IconVerticalSolidList"/>
    <dgm:cxn modelId="{700ACCCB-0BA0-4E44-A335-54030DEF55F1}" type="presParOf" srcId="{10FA62C5-5060-41CC-93C1-33A82F18D0E8}" destId="{4C9CC332-2310-4C41-B389-4B2D4A64831F}" srcOrd="0" destOrd="0" presId="urn:microsoft.com/office/officeart/2018/2/layout/IconVerticalSolidList"/>
    <dgm:cxn modelId="{BD1B1099-982F-4255-966E-D35EA8E2D1C7}" type="presParOf" srcId="{10FA62C5-5060-41CC-93C1-33A82F18D0E8}" destId="{FC2749E8-273D-4A12-8D29-C23466C399D8}" srcOrd="1" destOrd="0" presId="urn:microsoft.com/office/officeart/2018/2/layout/IconVerticalSolidList"/>
    <dgm:cxn modelId="{C83512CF-A6E6-44BF-A3DB-2880AC8A1369}" type="presParOf" srcId="{10FA62C5-5060-41CC-93C1-33A82F18D0E8}" destId="{1C2C7C08-ED53-4A7A-A191-CA44F4053CE2}" srcOrd="2" destOrd="0" presId="urn:microsoft.com/office/officeart/2018/2/layout/IconVerticalSolidList"/>
    <dgm:cxn modelId="{BC596A6E-D7FE-4A73-8D74-97358378BD33}" type="presParOf" srcId="{10FA62C5-5060-41CC-93C1-33A82F18D0E8}" destId="{EDA7F469-C671-48C5-AF17-8E3EEF91FA8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C0787B-5973-2E4D-9D01-F68D63867D06}">
      <dsp:nvSpPr>
        <dsp:cNvPr id="0" name=""/>
        <dsp:cNvSpPr/>
      </dsp:nvSpPr>
      <dsp:spPr>
        <a:xfrm>
          <a:off x="15109" y="13132"/>
          <a:ext cx="2472593" cy="74177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95390" tIns="195390" rIns="195390" bIns="19539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Outline</a:t>
          </a:r>
        </a:p>
      </dsp:txBody>
      <dsp:txXfrm>
        <a:off x="15109" y="13132"/>
        <a:ext cx="2472593" cy="741778"/>
      </dsp:txXfrm>
    </dsp:sp>
    <dsp:sp modelId="{433CC0C6-47D4-A141-A3C6-77E8AEDA37EC}">
      <dsp:nvSpPr>
        <dsp:cNvPr id="0" name=""/>
        <dsp:cNvSpPr/>
      </dsp:nvSpPr>
      <dsp:spPr>
        <a:xfrm>
          <a:off x="15109" y="754910"/>
          <a:ext cx="2472593" cy="358329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4237" tIns="244237" rIns="244237" bIns="244237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Clearly write the purpose and significance of the research within the context of the study under this chapter.</a:t>
          </a:r>
        </a:p>
      </dsp:txBody>
      <dsp:txXfrm>
        <a:off x="15109" y="754910"/>
        <a:ext cx="2472593" cy="3583294"/>
      </dsp:txXfrm>
    </dsp:sp>
    <dsp:sp modelId="{6BC37B08-C01C-2C45-82DF-11CE6A3C7F07}">
      <dsp:nvSpPr>
        <dsp:cNvPr id="0" name=""/>
        <dsp:cNvSpPr/>
      </dsp:nvSpPr>
      <dsp:spPr>
        <a:xfrm>
          <a:off x="2595492" y="13132"/>
          <a:ext cx="2472593" cy="741778"/>
        </a:xfrm>
        <a:prstGeom prst="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95390" tIns="195390" rIns="195390" bIns="19539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Structure</a:t>
          </a:r>
        </a:p>
      </dsp:txBody>
      <dsp:txXfrm>
        <a:off x="2595492" y="13132"/>
        <a:ext cx="2472593" cy="741778"/>
      </dsp:txXfrm>
    </dsp:sp>
    <dsp:sp modelId="{3889375C-F8F3-0C45-BEB8-633BC2C4F5E4}">
      <dsp:nvSpPr>
        <dsp:cNvPr id="0" name=""/>
        <dsp:cNvSpPr/>
      </dsp:nvSpPr>
      <dsp:spPr>
        <a:xfrm>
          <a:off x="2595492" y="754910"/>
          <a:ext cx="2472593" cy="3583294"/>
        </a:xfrm>
        <a:prstGeom prst="rect">
          <a:avLst/>
        </a:prstGeom>
        <a:solidFill>
          <a:schemeClr val="accent2">
            <a:tint val="40000"/>
            <a:alpha val="90000"/>
            <a:hueOff val="2244908"/>
            <a:satOff val="-20744"/>
            <a:lumOff val="-233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244908"/>
              <a:satOff val="-20744"/>
              <a:lumOff val="-23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4237" tIns="244237" rIns="244237" bIns="244237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Structure the section to reflect the main components of your methodology, ensuring coherence.</a:t>
          </a:r>
        </a:p>
      </dsp:txBody>
      <dsp:txXfrm>
        <a:off x="2595492" y="754910"/>
        <a:ext cx="2472593" cy="3583294"/>
      </dsp:txXfrm>
    </dsp:sp>
    <dsp:sp modelId="{FF8DA30A-E0D5-DE42-8F4F-64CD0B6CAD0B}">
      <dsp:nvSpPr>
        <dsp:cNvPr id="0" name=""/>
        <dsp:cNvSpPr/>
      </dsp:nvSpPr>
      <dsp:spPr>
        <a:xfrm>
          <a:off x="5311694" y="-21589"/>
          <a:ext cx="2472593" cy="741778"/>
        </a:xfrm>
        <a:prstGeom prst="rect">
          <a:avLst/>
        </a:prstGeom>
        <a:solidFill>
          <a:schemeClr val="accent2">
            <a:hueOff val="4295742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2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95390" tIns="195390" rIns="195390" bIns="19539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Specify</a:t>
          </a:r>
        </a:p>
      </dsp:txBody>
      <dsp:txXfrm>
        <a:off x="5311694" y="-21589"/>
        <a:ext cx="2472593" cy="741778"/>
      </dsp:txXfrm>
    </dsp:sp>
    <dsp:sp modelId="{8EE628C0-00DB-464E-AB85-F3BA113E0AED}">
      <dsp:nvSpPr>
        <dsp:cNvPr id="0" name=""/>
        <dsp:cNvSpPr/>
      </dsp:nvSpPr>
      <dsp:spPr>
        <a:xfrm>
          <a:off x="5175875" y="650744"/>
          <a:ext cx="2744232" cy="3722183"/>
        </a:xfrm>
        <a:prstGeom prst="rect">
          <a:avLst/>
        </a:prstGeom>
        <a:solidFill>
          <a:schemeClr val="accent2">
            <a:tint val="40000"/>
            <a:alpha val="90000"/>
            <a:hueOff val="4489816"/>
            <a:satOff val="-41488"/>
            <a:lumOff val="-4677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489816"/>
              <a:satOff val="-41488"/>
              <a:lumOff val="-46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4237" tIns="244237" rIns="244237" bIns="244237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Specify the research design chosen (qualitative, quantitative, or mixed-methods) and justify its appropriateness</a:t>
          </a:r>
          <a:r>
            <a:rPr lang="en-US" sz="1900" kern="1200" dirty="0"/>
            <a:t>.</a:t>
          </a:r>
        </a:p>
      </dsp:txBody>
      <dsp:txXfrm>
        <a:off x="5175875" y="650744"/>
        <a:ext cx="2744232" cy="3722183"/>
      </dsp:txXfrm>
    </dsp:sp>
    <dsp:sp modelId="{583A1F47-341F-0946-A585-5FAFC2D71A2F}">
      <dsp:nvSpPr>
        <dsp:cNvPr id="0" name=""/>
        <dsp:cNvSpPr/>
      </dsp:nvSpPr>
      <dsp:spPr>
        <a:xfrm>
          <a:off x="8027897" y="13132"/>
          <a:ext cx="2472593" cy="741778"/>
        </a:xfrm>
        <a:prstGeom prst="rect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95390" tIns="195390" rIns="195390" bIns="19539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Summarize</a:t>
          </a:r>
        </a:p>
      </dsp:txBody>
      <dsp:txXfrm>
        <a:off x="8027897" y="13132"/>
        <a:ext cx="2472593" cy="741778"/>
      </dsp:txXfrm>
    </dsp:sp>
    <dsp:sp modelId="{CFA4622C-B04C-1648-80FF-3FB2A1C2B035}">
      <dsp:nvSpPr>
        <dsp:cNvPr id="0" name=""/>
        <dsp:cNvSpPr/>
      </dsp:nvSpPr>
      <dsp:spPr>
        <a:xfrm>
          <a:off x="8027897" y="754910"/>
          <a:ext cx="2472593" cy="3583294"/>
        </a:xfrm>
        <a:prstGeom prst="rect">
          <a:avLst/>
        </a:prstGeom>
        <a:solidFill>
          <a:schemeClr val="accent2">
            <a:tint val="40000"/>
            <a:alpha val="90000"/>
            <a:hueOff val="6734724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24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4237" tIns="244237" rIns="244237" bIns="244237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Summarize what readers can expect from subsequent sections regarding specific methods and procedures.</a:t>
          </a:r>
        </a:p>
      </dsp:txBody>
      <dsp:txXfrm>
        <a:off x="8027897" y="754910"/>
        <a:ext cx="2472593" cy="35832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A0E75D-A155-2548-A44D-B88B96980935}">
      <dsp:nvSpPr>
        <dsp:cNvPr id="0" name=""/>
        <dsp:cNvSpPr/>
      </dsp:nvSpPr>
      <dsp:spPr>
        <a:xfrm>
          <a:off x="0" y="76554"/>
          <a:ext cx="10515600" cy="95822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/>
            <a:t>Research approaches are quantitative, qualitative, and mixed methods: </a:t>
          </a:r>
          <a:endParaRPr lang="en-US" sz="2400" kern="1200"/>
        </a:p>
      </dsp:txBody>
      <dsp:txXfrm>
        <a:off x="46777" y="123331"/>
        <a:ext cx="10422046" cy="864675"/>
      </dsp:txXfrm>
    </dsp:sp>
    <dsp:sp modelId="{5BBC39BE-1135-9C49-9D44-BAA78CE87A93}">
      <dsp:nvSpPr>
        <dsp:cNvPr id="0" name=""/>
        <dsp:cNvSpPr/>
      </dsp:nvSpPr>
      <dsp:spPr>
        <a:xfrm>
          <a:off x="0" y="1103904"/>
          <a:ext cx="10515600" cy="958229"/>
        </a:xfrm>
        <a:prstGeom prst="roundRect">
          <a:avLst/>
        </a:prstGeom>
        <a:solidFill>
          <a:schemeClr val="accent2">
            <a:hueOff val="3221806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/>
            <a:t>Quantitative research</a:t>
          </a:r>
          <a:r>
            <a:rPr lang="en-US" sz="2400" kern="1200"/>
            <a:t>: </a:t>
          </a:r>
          <a:r>
            <a:rPr lang="en-US" sz="2400" b="0" i="0" kern="1200"/>
            <a:t>focuses on numerical data and statistical analysis. </a:t>
          </a:r>
          <a:endParaRPr lang="en-US" sz="2400" kern="1200"/>
        </a:p>
      </dsp:txBody>
      <dsp:txXfrm>
        <a:off x="46777" y="1150681"/>
        <a:ext cx="10422046" cy="864675"/>
      </dsp:txXfrm>
    </dsp:sp>
    <dsp:sp modelId="{8CA7F8FE-BA0D-894B-B745-C1DAEF7418C3}">
      <dsp:nvSpPr>
        <dsp:cNvPr id="0" name=""/>
        <dsp:cNvSpPr/>
      </dsp:nvSpPr>
      <dsp:spPr>
        <a:xfrm>
          <a:off x="0" y="2062133"/>
          <a:ext cx="10515600" cy="6582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b="0" i="0" kern="1200"/>
            <a:t>It can help researchers find patterns, relationships, and make generalizations. 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b="0" i="0" kern="1200"/>
            <a:t>Quantitative research is good for reaching a large number of people quickly.</a:t>
          </a:r>
          <a:endParaRPr lang="en-US" sz="1900" kern="1200"/>
        </a:p>
      </dsp:txBody>
      <dsp:txXfrm>
        <a:off x="0" y="2062133"/>
        <a:ext cx="10515600" cy="658260"/>
      </dsp:txXfrm>
    </dsp:sp>
    <dsp:sp modelId="{DFB2200F-FB2D-1541-B53B-127CCAEAAFEA}">
      <dsp:nvSpPr>
        <dsp:cNvPr id="0" name=""/>
        <dsp:cNvSpPr/>
      </dsp:nvSpPr>
      <dsp:spPr>
        <a:xfrm>
          <a:off x="0" y="2720394"/>
          <a:ext cx="10515600" cy="958229"/>
        </a:xfrm>
        <a:prstGeom prst="roundRect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/>
            <a:t>Qualitative research: </a:t>
          </a:r>
          <a:r>
            <a:rPr lang="en-US" sz="2400" b="0" i="0" kern="1200"/>
            <a:t>focuses on detailed descriptions and interpretations of people's experiences, emotions, behaviors, and opinions. </a:t>
          </a:r>
          <a:endParaRPr lang="en-US" sz="2400" kern="1200"/>
        </a:p>
      </dsp:txBody>
      <dsp:txXfrm>
        <a:off x="46777" y="2767171"/>
        <a:ext cx="10422046" cy="864675"/>
      </dsp:txXfrm>
    </dsp:sp>
    <dsp:sp modelId="{5F62FC0C-BEF7-5543-9802-450397F04A15}">
      <dsp:nvSpPr>
        <dsp:cNvPr id="0" name=""/>
        <dsp:cNvSpPr/>
      </dsp:nvSpPr>
      <dsp:spPr>
        <a:xfrm>
          <a:off x="0" y="3678624"/>
          <a:ext cx="10515600" cy="596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b="0" i="0" kern="1200"/>
            <a:t>Qualitative research is useful for exploring complex concepts, social interactions, and cultural phenomena.</a:t>
          </a:r>
          <a:endParaRPr lang="en-US" sz="1900" kern="1200"/>
        </a:p>
      </dsp:txBody>
      <dsp:txXfrm>
        <a:off x="0" y="3678624"/>
        <a:ext cx="10515600" cy="5961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A478EA-3CE2-9147-BA74-661EC9572070}">
      <dsp:nvSpPr>
        <dsp:cNvPr id="0" name=""/>
        <dsp:cNvSpPr/>
      </dsp:nvSpPr>
      <dsp:spPr>
        <a:xfrm>
          <a:off x="0" y="64510"/>
          <a:ext cx="10515600" cy="173415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i="0" kern="1200"/>
            <a:t>Mixed methods research: </a:t>
          </a:r>
          <a:r>
            <a:rPr lang="en-US" sz="3100" b="0" i="0" kern="1200"/>
            <a:t>combines both quantitative and qualitative research methods. </a:t>
          </a:r>
          <a:endParaRPr lang="en-US" sz="3100" kern="1200"/>
        </a:p>
      </dsp:txBody>
      <dsp:txXfrm>
        <a:off x="84655" y="149165"/>
        <a:ext cx="10346290" cy="1564849"/>
      </dsp:txXfrm>
    </dsp:sp>
    <dsp:sp modelId="{1CD93F73-A26A-0744-BFCD-BC82AA561088}">
      <dsp:nvSpPr>
        <dsp:cNvPr id="0" name=""/>
        <dsp:cNvSpPr/>
      </dsp:nvSpPr>
      <dsp:spPr>
        <a:xfrm>
          <a:off x="0" y="1798670"/>
          <a:ext cx="10515600" cy="7539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b="0" i="0" kern="1200"/>
            <a:t>It allows researchers to validate their findings and explain unexpected results.</a:t>
          </a:r>
          <a:endParaRPr lang="en-US" sz="2400" kern="1200"/>
        </a:p>
      </dsp:txBody>
      <dsp:txXfrm>
        <a:off x="0" y="1798670"/>
        <a:ext cx="10515600" cy="753997"/>
      </dsp:txXfrm>
    </dsp:sp>
    <dsp:sp modelId="{1BAA7B11-5B8B-F245-A4F3-70353DCE5199}">
      <dsp:nvSpPr>
        <dsp:cNvPr id="0" name=""/>
        <dsp:cNvSpPr/>
      </dsp:nvSpPr>
      <dsp:spPr>
        <a:xfrm>
          <a:off x="0" y="2552667"/>
          <a:ext cx="10515600" cy="1734159"/>
        </a:xfrm>
        <a:prstGeom prst="roundRect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 dirty="0"/>
            <a:t>Some other research approaches: Action research, Ethnographic research, Case studies, Grounded theory, and Phenomenological research.</a:t>
          </a:r>
          <a:endParaRPr lang="en-US" sz="3100" kern="1200" dirty="0"/>
        </a:p>
      </dsp:txBody>
      <dsp:txXfrm>
        <a:off x="84655" y="2637322"/>
        <a:ext cx="10346290" cy="156484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620FFC-47D9-4AC4-9FC9-D8B8B0F6CD70}">
      <dsp:nvSpPr>
        <dsp:cNvPr id="0" name=""/>
        <dsp:cNvSpPr/>
      </dsp:nvSpPr>
      <dsp:spPr>
        <a:xfrm>
          <a:off x="0" y="1805"/>
          <a:ext cx="10515600" cy="91531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C61D5A-5E4D-4CA6-8DB5-F2F7E6917612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819CB1-7F43-4011-BADA-43060A91F03C}">
      <dsp:nvSpPr>
        <dsp:cNvPr id="0" name=""/>
        <dsp:cNvSpPr/>
      </dsp:nvSpPr>
      <dsp:spPr>
        <a:xfrm>
          <a:off x="1057183" y="1805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Discuss the theoretical framework that </a:t>
          </a:r>
          <a:r>
            <a:rPr lang="en-US" sz="2200" b="0" i="0" kern="1200" dirty="0"/>
            <a:t>support  </a:t>
          </a:r>
          <a:r>
            <a:rPr lang="en-US" sz="2200" kern="1200" dirty="0"/>
            <a:t>your research approach and its relevance to the study</a:t>
          </a:r>
        </a:p>
      </dsp:txBody>
      <dsp:txXfrm>
        <a:off x="1057183" y="1805"/>
        <a:ext cx="9458416" cy="915310"/>
      </dsp:txXfrm>
    </dsp:sp>
    <dsp:sp modelId="{63274FE7-CFC4-4F2D-823A-AC08B31F612B}">
      <dsp:nvSpPr>
        <dsp:cNvPr id="0" name=""/>
        <dsp:cNvSpPr/>
      </dsp:nvSpPr>
      <dsp:spPr>
        <a:xfrm>
          <a:off x="0" y="1145944"/>
          <a:ext cx="10515600" cy="91531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DAE110-676C-4514-B09B-E885C42EE944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D9702F-5F03-4D6E-B3FE-65694883549A}">
      <dsp:nvSpPr>
        <dsp:cNvPr id="0" name=""/>
        <dsp:cNvSpPr/>
      </dsp:nvSpPr>
      <dsp:spPr>
        <a:xfrm>
          <a:off x="1057183" y="1145944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Elaborate on why the chosen methodology is best suited to answer the research questions or hypotheses.</a:t>
          </a:r>
        </a:p>
      </dsp:txBody>
      <dsp:txXfrm>
        <a:off x="1057183" y="1145944"/>
        <a:ext cx="9458416" cy="915310"/>
      </dsp:txXfrm>
    </dsp:sp>
    <dsp:sp modelId="{52872471-F3F7-4D10-8D98-497E9A6BB865}">
      <dsp:nvSpPr>
        <dsp:cNvPr id="0" name=""/>
        <dsp:cNvSpPr/>
      </dsp:nvSpPr>
      <dsp:spPr>
        <a:xfrm>
          <a:off x="0" y="2290082"/>
          <a:ext cx="10515600" cy="91531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67FFBF-D87C-4612-961C-80ED1B7A8147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0ED4DA-8456-48F4-883F-F63C4FFBEB6D}">
      <dsp:nvSpPr>
        <dsp:cNvPr id="0" name=""/>
        <dsp:cNvSpPr/>
      </dsp:nvSpPr>
      <dsp:spPr>
        <a:xfrm>
          <a:off x="1057183" y="2290082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Provide evidence or literature references that support your choice of methodology, demonstrating its validity.</a:t>
          </a:r>
        </a:p>
      </dsp:txBody>
      <dsp:txXfrm>
        <a:off x="1057183" y="2290082"/>
        <a:ext cx="9458416" cy="915310"/>
      </dsp:txXfrm>
    </dsp:sp>
    <dsp:sp modelId="{E33FF564-2358-481D-ACA5-CA1CA30EF53A}">
      <dsp:nvSpPr>
        <dsp:cNvPr id="0" name=""/>
        <dsp:cNvSpPr/>
      </dsp:nvSpPr>
      <dsp:spPr>
        <a:xfrm>
          <a:off x="0" y="3434221"/>
          <a:ext cx="10515600" cy="91531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3973AB-767E-4673-9CDD-BFC6384F444D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3EDAE3-A536-4234-A380-1A26D4C95588}">
      <dsp:nvSpPr>
        <dsp:cNvPr id="0" name=""/>
        <dsp:cNvSpPr/>
      </dsp:nvSpPr>
      <dsp:spPr>
        <a:xfrm>
          <a:off x="1057183" y="3434221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Address any limitations related to alternative approaches that were considered and discarded.</a:t>
          </a:r>
        </a:p>
      </dsp:txBody>
      <dsp:txXfrm>
        <a:off x="1057183" y="3434221"/>
        <a:ext cx="9458416" cy="91531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FA5684-4CCD-47F0-AC32-F48F3503C883}">
      <dsp:nvSpPr>
        <dsp:cNvPr id="0" name=""/>
        <dsp:cNvSpPr/>
      </dsp:nvSpPr>
      <dsp:spPr>
        <a:xfrm>
          <a:off x="0" y="1805"/>
          <a:ext cx="10515600" cy="91531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9CBA3D-8920-443F-A2B3-AA45B76BCFBB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B1655C-91E6-4CBB-93C3-08E5C11FE135}">
      <dsp:nvSpPr>
        <dsp:cNvPr id="0" name=""/>
        <dsp:cNvSpPr/>
      </dsp:nvSpPr>
      <dsp:spPr>
        <a:xfrm>
          <a:off x="1057183" y="1805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Describe the sampling strategy: how participants were selected and the rationale behind it.</a:t>
          </a:r>
        </a:p>
      </dsp:txBody>
      <dsp:txXfrm>
        <a:off x="1057183" y="1805"/>
        <a:ext cx="9458416" cy="915310"/>
      </dsp:txXfrm>
    </dsp:sp>
    <dsp:sp modelId="{CDED20AE-A01B-4C8A-9B9D-00CCD96E5003}">
      <dsp:nvSpPr>
        <dsp:cNvPr id="0" name=""/>
        <dsp:cNvSpPr/>
      </dsp:nvSpPr>
      <dsp:spPr>
        <a:xfrm>
          <a:off x="0" y="1145944"/>
          <a:ext cx="10515600" cy="91531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78C1D1-B1EE-41B0-8CCD-12F39ED0669D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6134D5-E421-485B-9594-F4C71EF8826F}">
      <dsp:nvSpPr>
        <dsp:cNvPr id="0" name=""/>
        <dsp:cNvSpPr/>
      </dsp:nvSpPr>
      <dsp:spPr>
        <a:xfrm>
          <a:off x="1057183" y="1145944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Detail the data collection instruments (surveys, interviews, observations, desktop research) and their development process.</a:t>
          </a:r>
        </a:p>
      </dsp:txBody>
      <dsp:txXfrm>
        <a:off x="1057183" y="1145944"/>
        <a:ext cx="9458416" cy="915310"/>
      </dsp:txXfrm>
    </dsp:sp>
    <dsp:sp modelId="{F1F3043A-60B0-4228-AD01-1C49130585C6}">
      <dsp:nvSpPr>
        <dsp:cNvPr id="0" name=""/>
        <dsp:cNvSpPr/>
      </dsp:nvSpPr>
      <dsp:spPr>
        <a:xfrm>
          <a:off x="0" y="2290082"/>
          <a:ext cx="10515600" cy="91531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AE27B3-F17E-4B3D-A6A2-C28D45836A6D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82620B-47E5-4DE6-BE08-F886F84FBBFA}">
      <dsp:nvSpPr>
        <dsp:cNvPr id="0" name=""/>
        <dsp:cNvSpPr/>
      </dsp:nvSpPr>
      <dsp:spPr>
        <a:xfrm>
          <a:off x="1057183" y="2290082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Explain the procedures followed during data collection to ensure consistency and reliability.</a:t>
          </a:r>
        </a:p>
      </dsp:txBody>
      <dsp:txXfrm>
        <a:off x="1057183" y="2290082"/>
        <a:ext cx="9458416" cy="915310"/>
      </dsp:txXfrm>
    </dsp:sp>
    <dsp:sp modelId="{6668F657-0B01-4048-960E-29512AC15D66}">
      <dsp:nvSpPr>
        <dsp:cNvPr id="0" name=""/>
        <dsp:cNvSpPr/>
      </dsp:nvSpPr>
      <dsp:spPr>
        <a:xfrm>
          <a:off x="0" y="3434221"/>
          <a:ext cx="10515600" cy="91531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424106-BDA9-4C81-8587-80D28BAF641D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087A96-98A6-487E-9D4F-B12D605AC66B}">
      <dsp:nvSpPr>
        <dsp:cNvPr id="0" name=""/>
        <dsp:cNvSpPr/>
      </dsp:nvSpPr>
      <dsp:spPr>
        <a:xfrm>
          <a:off x="1057183" y="3434221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Mention any tools or technologies used to facilitate data gathering and their respective advantages.</a:t>
          </a:r>
        </a:p>
      </dsp:txBody>
      <dsp:txXfrm>
        <a:off x="1057183" y="3434221"/>
        <a:ext cx="9458416" cy="91531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EF49BD-A4A6-4602-A0D4-D06F290DFFC1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D38655-8A09-484C-8D05-4B5BADC2BAC6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A77B15-2678-4282-AAA8-7DA6D7BFDF5F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Identify the techniques for analyzing the data (statistical analysis, thematic analysis, etc.) and justify their use.</a:t>
          </a:r>
        </a:p>
      </dsp:txBody>
      <dsp:txXfrm>
        <a:off x="1435590" y="531"/>
        <a:ext cx="9080009" cy="1242935"/>
      </dsp:txXfrm>
    </dsp:sp>
    <dsp:sp modelId="{16C75E18-EE4E-4192-AD83-7881C750C15D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4F5F17-49F6-4205-BAD3-FCE3A340CEC3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6DC414-552B-4F7B-9499-10870FC80CE8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Outline the process of data coding and categorization, if applicable, to show systematic analysis.</a:t>
          </a:r>
        </a:p>
      </dsp:txBody>
      <dsp:txXfrm>
        <a:off x="1435590" y="1554201"/>
        <a:ext cx="9080009" cy="1242935"/>
      </dsp:txXfrm>
    </dsp:sp>
    <dsp:sp modelId="{C4AA3FEC-1542-419E-9AAF-99E8B4B3B6A7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8267E3-D9F3-4831-B650-18A1DF8BBD52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096DE5-3414-446A-B2F3-559A1ED41446}">
      <dsp:nvSpPr>
        <dsp:cNvPr id="0" name=""/>
        <dsp:cNvSpPr/>
      </dsp:nvSpPr>
      <dsp:spPr>
        <a:xfrm>
          <a:off x="1435590" y="3107870"/>
          <a:ext cx="4732020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Discuss how the data will be interpreted in relation to the research questions and objectives.</a:t>
          </a:r>
        </a:p>
      </dsp:txBody>
      <dsp:txXfrm>
        <a:off x="1435590" y="3107870"/>
        <a:ext cx="4732020" cy="1242935"/>
      </dsp:txXfrm>
    </dsp:sp>
    <dsp:sp modelId="{A85637FD-D7AF-42AD-965C-A801B3791A01}">
      <dsp:nvSpPr>
        <dsp:cNvPr id="0" name=""/>
        <dsp:cNvSpPr/>
      </dsp:nvSpPr>
      <dsp:spPr>
        <a:xfrm>
          <a:off x="6167610" y="3107870"/>
          <a:ext cx="434798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Acknowledge potential limitations of the chosen analysis methods and how they will be addressed </a:t>
          </a:r>
        </a:p>
      </dsp:txBody>
      <dsp:txXfrm>
        <a:off x="6167610" y="3107870"/>
        <a:ext cx="4347989" cy="124293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914874-32F2-5540-B410-0027028E4D6D}">
      <dsp:nvSpPr>
        <dsp:cNvPr id="0" name=""/>
        <dsp:cNvSpPr/>
      </dsp:nvSpPr>
      <dsp:spPr>
        <a:xfrm>
          <a:off x="0" y="313478"/>
          <a:ext cx="10515600" cy="181467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i="0" kern="1200" dirty="0"/>
            <a:t>Statistical analysis </a:t>
          </a:r>
          <a:r>
            <a:rPr lang="en-US" sz="3300" b="0" i="0" kern="1200" dirty="0"/>
            <a:t>is </a:t>
          </a:r>
          <a:r>
            <a:rPr lang="en-US" sz="3300" kern="1200" dirty="0"/>
            <a:t>a systematic process for gathering, analyzing, and interpreting data to find patterns, trends, and relationships</a:t>
          </a:r>
        </a:p>
      </dsp:txBody>
      <dsp:txXfrm>
        <a:off x="88585" y="402063"/>
        <a:ext cx="10338430" cy="1637500"/>
      </dsp:txXfrm>
    </dsp:sp>
    <dsp:sp modelId="{0FC859BA-96A7-984C-B3F1-7260897A60CF}">
      <dsp:nvSpPr>
        <dsp:cNvPr id="0" name=""/>
        <dsp:cNvSpPr/>
      </dsp:nvSpPr>
      <dsp:spPr>
        <a:xfrm>
          <a:off x="0" y="2223189"/>
          <a:ext cx="10515600" cy="181467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i="0" kern="1200"/>
            <a:t>Thematic analysis is a method for analyzing qualitative data to identify patterns and themes. It's often used on sets of texts, such as transcripts or interviews.</a:t>
          </a:r>
          <a:endParaRPr lang="en-US" sz="3300" kern="1200"/>
        </a:p>
      </dsp:txBody>
      <dsp:txXfrm>
        <a:off x="88585" y="2311774"/>
        <a:ext cx="10338430" cy="16375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A2EF60-BF00-4955-A758-5377DFEDCD8D}">
      <dsp:nvSpPr>
        <dsp:cNvPr id="0" name=""/>
        <dsp:cNvSpPr/>
      </dsp:nvSpPr>
      <dsp:spPr>
        <a:xfrm>
          <a:off x="0" y="3928"/>
          <a:ext cx="10515600" cy="77003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FE69B5-0807-4C90-B160-374E1D1EB82E}">
      <dsp:nvSpPr>
        <dsp:cNvPr id="0" name=""/>
        <dsp:cNvSpPr/>
      </dsp:nvSpPr>
      <dsp:spPr>
        <a:xfrm>
          <a:off x="232935" y="177186"/>
          <a:ext cx="423933" cy="42351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DB7A7A-DBBA-46B9-B2E9-C37E9D6009C0}">
      <dsp:nvSpPr>
        <dsp:cNvPr id="0" name=""/>
        <dsp:cNvSpPr/>
      </dsp:nvSpPr>
      <dsp:spPr>
        <a:xfrm>
          <a:off x="889804" y="3928"/>
          <a:ext cx="9545852" cy="9144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776" tIns="96776" rIns="96776" bIns="96776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Define trustworthiness in the context of your research and its importance for validity and reliability.</a:t>
          </a:r>
        </a:p>
      </dsp:txBody>
      <dsp:txXfrm>
        <a:off x="889804" y="3928"/>
        <a:ext cx="9545852" cy="914416"/>
      </dsp:txXfrm>
    </dsp:sp>
    <dsp:sp modelId="{5A6E7C1A-DD8C-4272-B542-B77284481ABB}">
      <dsp:nvSpPr>
        <dsp:cNvPr id="0" name=""/>
        <dsp:cNvSpPr/>
      </dsp:nvSpPr>
      <dsp:spPr>
        <a:xfrm>
          <a:off x="0" y="1146949"/>
          <a:ext cx="10515600" cy="77003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EFF779-12A2-4A94-8ADE-289F17935672}">
      <dsp:nvSpPr>
        <dsp:cNvPr id="0" name=""/>
        <dsp:cNvSpPr/>
      </dsp:nvSpPr>
      <dsp:spPr>
        <a:xfrm>
          <a:off x="232935" y="1320207"/>
          <a:ext cx="423933" cy="42351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9BF552-D83D-4178-8D56-C84AE5C6D8A6}">
      <dsp:nvSpPr>
        <dsp:cNvPr id="0" name=""/>
        <dsp:cNvSpPr/>
      </dsp:nvSpPr>
      <dsp:spPr>
        <a:xfrm>
          <a:off x="889804" y="1146949"/>
          <a:ext cx="9545852" cy="9144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776" tIns="96776" rIns="96776" bIns="96776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Discuss strategies employed to ensure credibility, transferability, dependability, and confirmability of findings.</a:t>
          </a:r>
        </a:p>
      </dsp:txBody>
      <dsp:txXfrm>
        <a:off x="889804" y="1146949"/>
        <a:ext cx="9545852" cy="914416"/>
      </dsp:txXfrm>
    </dsp:sp>
    <dsp:sp modelId="{F9C5CDCB-21B7-4981-A8A2-DF1F3F5FF31F}">
      <dsp:nvSpPr>
        <dsp:cNvPr id="0" name=""/>
        <dsp:cNvSpPr/>
      </dsp:nvSpPr>
      <dsp:spPr>
        <a:xfrm>
          <a:off x="0" y="2289971"/>
          <a:ext cx="10515600" cy="77003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2683BE-39D6-4BFE-9342-B0577CAA6442}">
      <dsp:nvSpPr>
        <dsp:cNvPr id="0" name=""/>
        <dsp:cNvSpPr/>
      </dsp:nvSpPr>
      <dsp:spPr>
        <a:xfrm>
          <a:off x="232935" y="2463229"/>
          <a:ext cx="423933" cy="42351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004E6E-D228-4F62-9A05-8EE741EDB39B}">
      <dsp:nvSpPr>
        <dsp:cNvPr id="0" name=""/>
        <dsp:cNvSpPr/>
      </dsp:nvSpPr>
      <dsp:spPr>
        <a:xfrm>
          <a:off x="889804" y="2289971"/>
          <a:ext cx="9545852" cy="9144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776" tIns="96776" rIns="96776" bIns="96776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Describe triangulation processes used to enhance confidence in data and interpretations.</a:t>
          </a:r>
        </a:p>
      </dsp:txBody>
      <dsp:txXfrm>
        <a:off x="889804" y="2289971"/>
        <a:ext cx="9545852" cy="914416"/>
      </dsp:txXfrm>
    </dsp:sp>
    <dsp:sp modelId="{FDF618DC-075B-4565-9829-BA8C79104D53}">
      <dsp:nvSpPr>
        <dsp:cNvPr id="0" name=""/>
        <dsp:cNvSpPr/>
      </dsp:nvSpPr>
      <dsp:spPr>
        <a:xfrm>
          <a:off x="0" y="3509564"/>
          <a:ext cx="10515600" cy="77003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61DA7F-C640-47CB-A25E-5F342B969A5C}">
      <dsp:nvSpPr>
        <dsp:cNvPr id="0" name=""/>
        <dsp:cNvSpPr/>
      </dsp:nvSpPr>
      <dsp:spPr>
        <a:xfrm>
          <a:off x="233163" y="3606250"/>
          <a:ext cx="423933" cy="42351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FE0BB3-54EA-49D7-8946-325C543403A2}">
      <dsp:nvSpPr>
        <dsp:cNvPr id="0" name=""/>
        <dsp:cNvSpPr/>
      </dsp:nvSpPr>
      <dsp:spPr>
        <a:xfrm>
          <a:off x="890260" y="3432992"/>
          <a:ext cx="9458416" cy="9144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776" tIns="96776" rIns="96776" bIns="96776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dirty="0"/>
            <a:t>Methodological triangulation</a:t>
          </a:r>
          <a:r>
            <a:rPr lang="en-US" sz="2000" kern="1200" dirty="0"/>
            <a:t>: </a:t>
          </a:r>
          <a:r>
            <a:rPr lang="en-US" sz="2000" b="0" i="0" kern="1200" dirty="0"/>
            <a:t>Using multiple methods of data collection, such as combining qualitative and quantitative methods. For example, a researcher might combine interviews with participant observation</a:t>
          </a:r>
          <a:endParaRPr lang="en-US" sz="2000" kern="1200" dirty="0"/>
        </a:p>
      </dsp:txBody>
      <dsp:txXfrm>
        <a:off x="890260" y="3432992"/>
        <a:ext cx="9458416" cy="91441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82C275-7A49-4F4F-9215-FB364C4A23DF}">
      <dsp:nvSpPr>
        <dsp:cNvPr id="0" name=""/>
        <dsp:cNvSpPr/>
      </dsp:nvSpPr>
      <dsp:spPr>
        <a:xfrm>
          <a:off x="0" y="1805"/>
          <a:ext cx="10515600" cy="91531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C4FAAD-91F9-47E3-8E51-129C52F140A6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B77575-D7B9-4597-9922-06D1E4EE9935}">
      <dsp:nvSpPr>
        <dsp:cNvPr id="0" name=""/>
        <dsp:cNvSpPr/>
      </dsp:nvSpPr>
      <dsp:spPr>
        <a:xfrm>
          <a:off x="1057183" y="1805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Recap the main points covered in the chapter while reinforcing the importance of the chosen methodology.</a:t>
          </a:r>
        </a:p>
      </dsp:txBody>
      <dsp:txXfrm>
        <a:off x="1057183" y="1805"/>
        <a:ext cx="9458416" cy="915310"/>
      </dsp:txXfrm>
    </dsp:sp>
    <dsp:sp modelId="{135E090D-C0FC-4B21-9627-2174BE20B49E}">
      <dsp:nvSpPr>
        <dsp:cNvPr id="0" name=""/>
        <dsp:cNvSpPr/>
      </dsp:nvSpPr>
      <dsp:spPr>
        <a:xfrm>
          <a:off x="0" y="1145944"/>
          <a:ext cx="10515600" cy="91531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74312F-F00B-468D-B1A1-57C9D94DB024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1FA7DD-E0FE-4E12-AD3E-299DD9C5F2FB}">
      <dsp:nvSpPr>
        <dsp:cNvPr id="0" name=""/>
        <dsp:cNvSpPr/>
      </dsp:nvSpPr>
      <dsp:spPr>
        <a:xfrm>
          <a:off x="1057183" y="1145944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Emphasize the link between the methodology and achieving the research aims and objectives.</a:t>
          </a:r>
        </a:p>
      </dsp:txBody>
      <dsp:txXfrm>
        <a:off x="1057183" y="1145944"/>
        <a:ext cx="9458416" cy="915310"/>
      </dsp:txXfrm>
    </dsp:sp>
    <dsp:sp modelId="{F9D6E9F8-A298-42FB-BDCB-067965B2A503}">
      <dsp:nvSpPr>
        <dsp:cNvPr id="0" name=""/>
        <dsp:cNvSpPr/>
      </dsp:nvSpPr>
      <dsp:spPr>
        <a:xfrm>
          <a:off x="0" y="2290082"/>
          <a:ext cx="10515600" cy="91531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206F1B-8C85-4B1E-9EBF-DB7177A24055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010D43-EA49-46BC-86B8-B56550C5CBB7}">
      <dsp:nvSpPr>
        <dsp:cNvPr id="0" name=""/>
        <dsp:cNvSpPr/>
      </dsp:nvSpPr>
      <dsp:spPr>
        <a:xfrm>
          <a:off x="1057183" y="2290082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Prepare the reader for the subsequent chapters that will elaborate on findings and discussions based on the methodology outlined.</a:t>
          </a:r>
        </a:p>
      </dsp:txBody>
      <dsp:txXfrm>
        <a:off x="1057183" y="2290082"/>
        <a:ext cx="9458416" cy="915310"/>
      </dsp:txXfrm>
    </dsp:sp>
    <dsp:sp modelId="{4C9CC332-2310-4C41-B389-4B2D4A64831F}">
      <dsp:nvSpPr>
        <dsp:cNvPr id="0" name=""/>
        <dsp:cNvSpPr/>
      </dsp:nvSpPr>
      <dsp:spPr>
        <a:xfrm>
          <a:off x="0" y="3434221"/>
          <a:ext cx="10515600" cy="91531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2749E8-273D-4A12-8D29-C23466C399D8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A7F469-C671-48C5-AF17-8E3EEF91FA81}">
      <dsp:nvSpPr>
        <dsp:cNvPr id="0" name=""/>
        <dsp:cNvSpPr/>
      </dsp:nvSpPr>
      <dsp:spPr>
        <a:xfrm>
          <a:off x="1057183" y="3434221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Reinforce the commitment to ethical research practices and the overall integrity of the research process.</a:t>
          </a:r>
        </a:p>
      </dsp:txBody>
      <dsp:txXfrm>
        <a:off x="1057183" y="3434221"/>
        <a:ext cx="9458416" cy="9153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HorizontalActionList">
  <dgm:title val="Horizontal Action List"/>
  <dgm:desc val="Used to show non-sequential or grouped lists of information. Works well with large amounts of text. All text has the same level of emphasis, and direction is not implied."/>
  <dgm:catLst>
    <dgm:cat type="list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54"/>
      <dgm:constr type="primFontSz" for="des" forName="desTx" refType="primFontSz" refFor="des" refForName="parTx" op="lte" fact="0.75"/>
      <dgm:constr type="h" for="des" forName="desTx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8"/>
            <dgm:constr type="tMarg" refType="w" fact="0.28"/>
            <dgm:constr type="bMarg" refType="w" fact="0.28"/>
            <dgm:constr type="lMarg" refType="w" fact="0.28"/>
            <dgm:constr type="rMarg" refType="w" fact="0.28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53D1A5-4CD8-9447-9893-E274732AE9BD}" type="datetimeFigureOut">
              <a:rPr lang="en-US" smtClean="0"/>
              <a:t>12/29/24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44B7EB-A15F-FD46-BF4A-A753B6725C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559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4AB08-4F7C-665D-E566-3CCCC1D2A4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B64901-8E3A-D269-E1E9-3E6AF2914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DB875-0B63-3AD2-0061-9C19A7349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CC81F-E5C3-5B48-AB3F-32E5487A0268}" type="datetime1">
              <a:rPr lang="en-US" smtClean="0"/>
              <a:t>12/29/24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25F73-2A1E-E496-AA7D-28584D6B9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E41DE0-EC05-271E-C601-6678EED29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7EE7C-DA53-7741-A721-5B9487FBE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264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EC36D-F2AE-56C4-2D36-D746B609F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D26F3-E5F7-EA1F-DF93-C9FFCD2A3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ED7399-DB14-47AB-B302-58BDF2153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2EEC0-DF8A-EC4A-8911-6225CBB739F4}" type="datetime1">
              <a:rPr lang="en-US" smtClean="0"/>
              <a:t>12/29/24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BEC70D-EE53-26FA-C6CE-18964F69D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B700E4-CC37-F60C-6FE1-4AA288ADF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7EE7C-DA53-7741-A721-5B9487FBE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188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ECEEE-67DF-81F1-A25B-25268BD16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A96BFE-F193-4F64-096D-C11228B1C9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7D6836-51B0-6E09-FE0B-2C804AAE0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D1DA5-D44B-114E-938B-54CE87BFCE0D}" type="datetime1">
              <a:rPr lang="en-US" smtClean="0"/>
              <a:t>12/29/24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53B29E-F6A8-23FD-D7FE-A19B5A494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CC3946-42B4-9470-BFFC-3AB214B7B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7EE7C-DA53-7741-A721-5B9487FBE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546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990B4-3A3B-EBE7-496B-3D69D0954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97DCD-FBE6-C865-29F7-29C75C7349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0D566E-4C5D-7118-577B-D714B23E8B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3D8EBD-3CFD-18DE-8550-826423556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A31A1-EA5E-9046-A6A9-2B099B82BE84}" type="datetime1">
              <a:rPr lang="en-US" smtClean="0"/>
              <a:t>12/29/24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2417C9-67EC-B4E2-19AD-18A2381DA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F34AD4-2303-9C0B-B806-54B5FF4A3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7EE7C-DA53-7741-A721-5B9487FBE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228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FF8E9-68EF-9125-D3ED-F514FE80A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5DCA65-CD4F-31CB-DCFD-2833C04BAF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7E79FB-87AF-2F61-84C8-F6502D2804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8236FC-9D70-B5AE-1063-1F63397B54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F53762-DE92-252A-D5D3-DDE4A0C4DA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2E0C2C-733E-0368-7615-161579581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5DF40-DD4B-A247-835F-57F3FDC7274D}" type="datetime1">
              <a:rPr lang="en-US" smtClean="0"/>
              <a:t>12/29/24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0229DB-9603-5521-DA82-AB2B80AB1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6D9F61-D496-139B-BF72-63EB60A14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7EE7C-DA53-7741-A721-5B9487FBE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836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6D11E-4EF5-31E4-013A-C139B6B7B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79C712-F700-C987-6859-F2757D943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9FA2C-18FD-DB40-89EB-585B1305F6FB}" type="datetime1">
              <a:rPr lang="en-US" smtClean="0"/>
              <a:t>12/29/24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DB3D03-C2AE-3431-2950-B44823F72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655946-BAD5-DFF7-6E1F-C79A08657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7EE7C-DA53-7741-A721-5B9487FBE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529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86F858-FD5E-4322-3726-AF99199C7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50D61-6F72-604E-B9B3-E247DCDFA2A9}" type="datetime1">
              <a:rPr lang="en-US" smtClean="0"/>
              <a:t>12/29/24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D6BC10-65C1-CF25-14CF-0167D60BD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581084-0123-D28B-22B1-E3F5EDEE7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7EE7C-DA53-7741-A721-5B9487FBE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723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18E90-8E9F-B3F0-7EB7-7DEDA46D7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9DBDD-3956-3786-32B5-8F1AB7BBF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5218D0-A304-4487-333B-61B6F3EC88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E52132-CB95-39C0-D9F0-8B013FA95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5F486-69D6-8D48-9DF0-165118EC9498}" type="datetime1">
              <a:rPr lang="en-US" smtClean="0"/>
              <a:t>12/29/24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D78C09-4ED5-FDDC-83FD-86AF80C6A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46B6D6-30A3-4414-E552-126333413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7EE7C-DA53-7741-A721-5B9487FBE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864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B80DC-A241-7CB0-9B4D-FDB9B0C78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4466CF-C20C-FDEB-6441-0C2F1B4976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3BCA2B-3AA5-7F9F-ED98-EE52FF1494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B3652F-AB91-F032-4A9B-2A9738B94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534C9-854B-D148-93AC-F1DD1AB2D045}" type="datetime1">
              <a:rPr lang="en-US" smtClean="0"/>
              <a:t>12/29/24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EFC34A-583D-7125-2D92-CFB42BFAA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ACCFD2-E666-9BDD-2A62-D5F3DC83B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7EE7C-DA53-7741-A721-5B9487FBE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400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B1993-CF41-E0B5-46B6-BAEE420A5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E9DCAE-DE6B-11E1-3039-EDC5B6A4F7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BB452-FD36-9540-7383-42C69E59B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0D697-E717-8140-924C-523F43BA3E0A}" type="datetime1">
              <a:rPr lang="en-US" smtClean="0"/>
              <a:t>12/29/24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565ED-DAAE-5423-FE36-4442FCD7A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86724-C41A-C089-87E0-85FE53264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7EE7C-DA53-7741-A721-5B9487FBE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898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2FF62B-8160-137A-9662-6D474A8F22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EA0DF5-EAD2-2D72-C45B-40085A2815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B4C271-034D-BD13-F185-118236ED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6BF3C-ED54-E548-9024-8EC4DFB90184}" type="datetime1">
              <a:rPr lang="en-US" smtClean="0"/>
              <a:t>12/29/24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9947FB-4682-20C3-EE49-2BFFF39A2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76F94E-35A2-79B0-7C05-65FB686B0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7EE7C-DA53-7741-A721-5B9487FBE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152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7B5A24-64AC-E1E5-0B36-9E73BC68D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C2DAF0-BCB6-DF54-BC68-715277B4BD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F6912-878B-F061-C640-DB91805B32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19E545-2885-C34E-8FB7-7D7269589E27}" type="datetime1">
              <a:rPr lang="en-US" smtClean="0"/>
              <a:t>12/29/24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879D5-5A45-A2F7-5C2D-44C29BDBC6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FD215A-23BF-E23C-ADD2-7194404F70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F7EE7C-DA53-7741-A721-5B9487FBE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192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355FA9-4F81-73F7-EF7F-A5A142AAE9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 fontScale="90000"/>
          </a:bodyPr>
          <a:lstStyle/>
          <a:p>
            <a:pPr>
              <a:spcBef>
                <a:spcPts val="900"/>
              </a:spcBef>
              <a:spcAft>
                <a:spcPts val="900"/>
              </a:spcAft>
            </a:pPr>
            <a:br>
              <a:rPr lang="en-US" sz="3100" b="1" i="0" dirty="0">
                <a:effectLst/>
                <a:latin typeface="Lato Extended"/>
              </a:rPr>
            </a:br>
            <a:br>
              <a:rPr lang="en-US" sz="3100" b="1" i="0" dirty="0">
                <a:effectLst/>
                <a:latin typeface="Lato Extended"/>
              </a:rPr>
            </a:br>
            <a:br>
              <a:rPr lang="en-US" sz="3100" b="1" i="0" dirty="0">
                <a:effectLst/>
                <a:latin typeface="Lato Extended"/>
              </a:rPr>
            </a:br>
            <a:br>
              <a:rPr lang="en-US" sz="3100" b="1" i="0" dirty="0">
                <a:effectLst/>
                <a:latin typeface="Lato Extended"/>
              </a:rPr>
            </a:br>
            <a:br>
              <a:rPr lang="en-US" sz="5300" b="1" i="0" dirty="0">
                <a:effectLst/>
                <a:latin typeface="Lato Extended"/>
              </a:rPr>
            </a:br>
            <a:r>
              <a:rPr lang="en-US" sz="5300" b="1" i="0" dirty="0">
                <a:effectLst/>
                <a:latin typeface="Elephant Pro" pitchFamily="2" charset="0"/>
              </a:rPr>
              <a:t>Chapter 3: Research </a:t>
            </a:r>
            <a:br>
              <a:rPr lang="en-US" sz="5300" b="1" i="0" dirty="0">
                <a:effectLst/>
                <a:latin typeface="Elephant Pro" pitchFamily="2" charset="0"/>
              </a:rPr>
            </a:br>
            <a:r>
              <a:rPr lang="en-US" sz="5300" b="1" i="0" dirty="0">
                <a:effectLst/>
                <a:latin typeface="Elephant Pro" pitchFamily="2" charset="0"/>
              </a:rPr>
              <a:t>Methodology</a:t>
            </a:r>
            <a:br>
              <a:rPr lang="en-US" sz="5300" b="0" i="0" dirty="0">
                <a:effectLst/>
                <a:latin typeface="Lato Extended"/>
              </a:rPr>
            </a:br>
            <a:br>
              <a:rPr lang="en-US" sz="3100" dirty="0"/>
            </a:br>
            <a:endParaRPr lang="en-US" sz="31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B2BA68-5747-5514-DF95-3AAE7BE88A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0512552" cy="1126680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sz="3600" b="1" i="0" dirty="0">
                <a:effectLst/>
                <a:latin typeface="Lato Extended"/>
              </a:rPr>
              <a:t>Chapter 3</a:t>
            </a:r>
            <a:r>
              <a:rPr lang="en-US" sz="3600" b="1" dirty="0">
                <a:latin typeface="Lato Extended"/>
              </a:rPr>
              <a:t> Guidelines</a:t>
            </a:r>
            <a:endParaRPr lang="en-US" sz="3600" b="0" i="0" dirty="0">
              <a:effectLst/>
              <a:latin typeface="Lato Extended"/>
            </a:endParaRPr>
          </a:p>
          <a:p>
            <a:pPr algn="l"/>
            <a:br>
              <a:rPr lang="en-US" sz="1900" dirty="0"/>
            </a:br>
            <a:endParaRPr lang="en-US" sz="1900" dirty="0"/>
          </a:p>
        </p:txBody>
      </p:sp>
      <p:sp>
        <p:nvSpPr>
          <p:cNvPr id="31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97F947-A377-4F1B-B087-9C1B6CF80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A28D2-B866-FD47-A85A-A96E20106074}" type="datetime1">
              <a:rPr lang="en-US" smtClean="0"/>
              <a:t>12/29/24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14C557-563D-85D9-228C-22CE6054A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881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rry blue and green background&#10;&#10;Description automatically generated">
            <a:extLst>
              <a:ext uri="{FF2B5EF4-FFF2-40B4-BE49-F238E27FC236}">
                <a16:creationId xmlns:a16="http://schemas.microsoft.com/office/drawing/2014/main" id="{0352BF53-FFD5-A359-570F-ED839822592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FEF18E-3FA6-0758-F933-172A11513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b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kern="100" dirty="0">
                <a:effectLst/>
                <a:latin typeface="Elephant Pro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Overview</a:t>
            </a:r>
            <a:br>
              <a:rPr lang="en-US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US" sz="2800" dirty="0"/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D877717F-8CE4-B9E6-D197-2B72842AFC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050472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BFC2C5-C475-36DD-3EFB-6B146AC03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5EAB9-DE6B-144D-BF71-9ECD6ABE62C2}" type="datetime1">
              <a:rPr lang="en-US" smtClean="0"/>
              <a:t>12/29/24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B359AE2-4803-4DA0-8C06-2C1185816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384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1DEE408-C37A-EA52-006F-A78A9A57F2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6802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FA54B6-9811-12C2-FC00-EEE0BADA2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0" i="0" dirty="0">
                <a:effectLst/>
                <a:latin typeface="Google Sans"/>
              </a:rPr>
              <a:t>The </a:t>
            </a:r>
            <a:r>
              <a:rPr lang="en-US" dirty="0">
                <a:latin typeface="Google Sans"/>
              </a:rPr>
              <a:t>M</a:t>
            </a:r>
            <a:r>
              <a:rPr lang="en-US" b="0" i="0" dirty="0">
                <a:effectLst/>
                <a:latin typeface="Google Sans"/>
              </a:rPr>
              <a:t>ain </a:t>
            </a:r>
            <a:r>
              <a:rPr lang="en-US" dirty="0">
                <a:latin typeface="Google Sans"/>
              </a:rPr>
              <a:t>R</a:t>
            </a:r>
            <a:r>
              <a:rPr lang="en-US" b="0" i="0" dirty="0">
                <a:effectLst/>
                <a:latin typeface="Google Sans"/>
              </a:rPr>
              <a:t>esearch </a:t>
            </a:r>
            <a:r>
              <a:rPr lang="en-US" dirty="0">
                <a:latin typeface="Google Sans"/>
              </a:rPr>
              <a:t>A</a:t>
            </a:r>
            <a:r>
              <a:rPr lang="en-US" b="0" i="0" dirty="0">
                <a:effectLst/>
                <a:latin typeface="Google Sans"/>
              </a:rPr>
              <a:t>pproaches (1 of 2)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A6CE4-EE46-1FAF-2CE7-43207F9186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D12EEC0-DF8A-EC4A-8911-6225CBB739F4}" type="datetime1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12/29/24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5F3648-AB5E-0548-931A-F31B12D52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988838ED-F479-60B7-1808-E09F7FECBC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454007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99350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-up of a blue and green wavy surface&#10;&#10;Description automatically generated">
            <a:extLst>
              <a:ext uri="{FF2B5EF4-FFF2-40B4-BE49-F238E27FC236}">
                <a16:creationId xmlns:a16="http://schemas.microsoft.com/office/drawing/2014/main" id="{A846E78D-A4B9-05DB-6CE9-62F44C2C05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375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6802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E56676-1327-71A8-18AB-BFA32D9EA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latin typeface="Google Sans"/>
              </a:rPr>
              <a:t>The M</a:t>
            </a:r>
            <a:r>
              <a:rPr lang="en-US" b="0" i="0" dirty="0">
                <a:effectLst/>
                <a:latin typeface="Google Sans"/>
              </a:rPr>
              <a:t>ain </a:t>
            </a:r>
            <a:r>
              <a:rPr lang="en-US" dirty="0">
                <a:latin typeface="Google Sans"/>
              </a:rPr>
              <a:t>R</a:t>
            </a:r>
            <a:r>
              <a:rPr lang="en-US" b="0" i="0" dirty="0">
                <a:effectLst/>
                <a:latin typeface="Google Sans"/>
              </a:rPr>
              <a:t>esearch </a:t>
            </a:r>
            <a:r>
              <a:rPr lang="en-US" dirty="0">
                <a:latin typeface="Google Sans"/>
              </a:rPr>
              <a:t>A</a:t>
            </a:r>
            <a:r>
              <a:rPr lang="en-US" b="0" i="0" dirty="0">
                <a:effectLst/>
                <a:latin typeface="Google Sans"/>
              </a:rPr>
              <a:t>pproaches (2 of 2)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4C26F-DB3F-EFE8-3554-893EF29917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D12EEC0-DF8A-EC4A-8911-6225CBB739F4}" type="datetime1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12/29/24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AD0D8-C758-814F-A881-377699653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0BC26931-C182-0C40-3174-F6A0AA033A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227130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55911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A6CB08-BD08-FBA5-6CE1-1E76F6F09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842237" cy="1325563"/>
          </a:xfrm>
        </p:spPr>
        <p:txBody>
          <a:bodyPr>
            <a:normAutofit fontScale="90000"/>
          </a:bodyPr>
          <a:lstStyle/>
          <a:p>
            <a:pPr algn="ctr"/>
            <a:br>
              <a:rPr lang="en-US" sz="27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3600" kern="100" dirty="0">
                <a:effectLst/>
                <a:latin typeface="Elephant Pro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Rationale for the Research Approach Selected</a:t>
            </a:r>
            <a:br>
              <a:rPr lang="en-US" sz="27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US" sz="270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Graphic 12">
            <a:extLst>
              <a:ext uri="{FF2B5EF4-FFF2-40B4-BE49-F238E27FC236}">
                <a16:creationId xmlns:a16="http://schemas.microsoft.com/office/drawing/2014/main" id="{58BDB0EE-D238-415B-9ED8-62AA6AB2A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03882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Graphic 11">
            <a:extLst>
              <a:ext uri="{FF2B5EF4-FFF2-40B4-BE49-F238E27FC236}">
                <a16:creationId xmlns:a16="http://schemas.microsoft.com/office/drawing/2014/main" id="{C5B55FC3-961D-4325-82F1-DE92B0D04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62662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Graphic 13">
            <a:extLst>
              <a:ext uri="{FF2B5EF4-FFF2-40B4-BE49-F238E27FC236}">
                <a16:creationId xmlns:a16="http://schemas.microsoft.com/office/drawing/2014/main" id="{4C8AB332-D09E-4F28-943C-DABDD4716A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8342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E4006B45-B438-9E1D-B9F4-17EB4CA089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305440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3AFD9-2C48-AE48-70FF-B272AB4B7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92DDB-F033-8E48-976D-8F48864ED4EB}" type="datetime1">
              <a:rPr lang="en-US" smtClean="0"/>
              <a:t>12/29/24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DCB5C2-4EFA-3D4B-2CA5-3E5A17BEA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863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74A8D4-051F-A3F8-983C-17B194CED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kern="100" dirty="0">
                <a:effectLst/>
                <a:latin typeface="Elephant Pro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Research Questions and Objectives</a:t>
            </a:r>
            <a:endParaRPr lang="en-US" dirty="0">
              <a:latin typeface="Elephant Pro" pitchFamily="2" charset="0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6039E-FEC0-4078-BCD9-125B78ED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36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Contextualize the Study</a:t>
            </a:r>
            <a:r>
              <a:rPr lang="en-US" sz="3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Briefly restate the research question and objectives to provide a framework for the data collection</a:t>
            </a:r>
          </a:p>
          <a:p>
            <a:r>
              <a:rPr lang="en-US" sz="36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These would come after the rationale for the research approach selected</a:t>
            </a:r>
            <a:endParaRPr lang="en-US" sz="36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br>
              <a:rPr lang="en-US" sz="27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US" sz="3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AE25E-8511-9FD3-F3E1-C25F840638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D12EEC0-DF8A-EC4A-8911-6225CBB739F4}" type="datetime1">
              <a:rPr lang="en-US" smtClean="0"/>
              <a:pPr>
                <a:spcAft>
                  <a:spcPts val="600"/>
                </a:spcAft>
              </a:pPr>
              <a:t>12/29/24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090B0-BBF4-07BA-F857-02A488F62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542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3AFC52-3D63-4431-61C7-94E95B401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842237" cy="1325563"/>
          </a:xfrm>
        </p:spPr>
        <p:txBody>
          <a:bodyPr>
            <a:normAutofit fontScale="90000"/>
          </a:bodyPr>
          <a:lstStyle/>
          <a:p>
            <a:pPr algn="ctr"/>
            <a:br>
              <a:rPr lang="en-US" sz="27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kern="100" dirty="0">
                <a:effectLst/>
                <a:latin typeface="Elephant Pro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Data Collection Methodology</a:t>
            </a:r>
            <a:br>
              <a:rPr lang="en-US" sz="27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US" sz="270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Graphic 12">
            <a:extLst>
              <a:ext uri="{FF2B5EF4-FFF2-40B4-BE49-F238E27FC236}">
                <a16:creationId xmlns:a16="http://schemas.microsoft.com/office/drawing/2014/main" id="{58BDB0EE-D238-415B-9ED8-62AA6AB2A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03882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Graphic 11">
            <a:extLst>
              <a:ext uri="{FF2B5EF4-FFF2-40B4-BE49-F238E27FC236}">
                <a16:creationId xmlns:a16="http://schemas.microsoft.com/office/drawing/2014/main" id="{C5B55FC3-961D-4325-82F1-DE92B0D04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62662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Graphic 13">
            <a:extLst>
              <a:ext uri="{FF2B5EF4-FFF2-40B4-BE49-F238E27FC236}">
                <a16:creationId xmlns:a16="http://schemas.microsoft.com/office/drawing/2014/main" id="{4C8AB332-D09E-4F28-943C-DABDD4716A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8342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3C486B3F-0C56-B9CA-FB17-5BFF359099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222491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590C9-4163-E882-2349-E37748288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75197-18F1-EE40-9168-A116B80B1A2F}" type="datetime1">
              <a:rPr lang="en-US" smtClean="0"/>
              <a:t>12/29/24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2F79A3-20E4-F758-BB69-BEC0C7B27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037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E10AF1-290E-A82E-BB36-EC4E6051F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842237" cy="1325563"/>
          </a:xfrm>
        </p:spPr>
        <p:txBody>
          <a:bodyPr>
            <a:normAutofit fontScale="90000"/>
          </a:bodyPr>
          <a:lstStyle/>
          <a:p>
            <a:pPr algn="ctr"/>
            <a:br>
              <a:rPr lang="en-US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br>
              <a:rPr lang="en-US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kern="100" dirty="0">
                <a:effectLst/>
                <a:latin typeface="Elephant Pro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Data Analysis Plan</a:t>
            </a:r>
            <a:br>
              <a:rPr lang="en-US" sz="2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US" sz="22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Graphic 12">
            <a:extLst>
              <a:ext uri="{FF2B5EF4-FFF2-40B4-BE49-F238E27FC236}">
                <a16:creationId xmlns:a16="http://schemas.microsoft.com/office/drawing/2014/main" id="{58BDB0EE-D238-415B-9ED8-62AA6AB2A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03882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Graphic 11">
            <a:extLst>
              <a:ext uri="{FF2B5EF4-FFF2-40B4-BE49-F238E27FC236}">
                <a16:creationId xmlns:a16="http://schemas.microsoft.com/office/drawing/2014/main" id="{C5B55FC3-961D-4325-82F1-DE92B0D04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62662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Graphic 13">
            <a:extLst>
              <a:ext uri="{FF2B5EF4-FFF2-40B4-BE49-F238E27FC236}">
                <a16:creationId xmlns:a16="http://schemas.microsoft.com/office/drawing/2014/main" id="{4C8AB332-D09E-4F28-943C-DABDD4716A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8342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44CD0FE-41C7-D8E8-7EA0-2224630593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221518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D363C-D555-3C51-7E78-855C7974B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A14B1-F0A4-DD4C-A8A2-5E6D3B72FA62}" type="datetime1">
              <a:rPr lang="en-US" smtClean="0"/>
              <a:t>12/29/24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52F4FC-E959-1BB8-A7BD-849B6465B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541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lur blurry blue and white lights&#10;&#10;Description automatically generated">
            <a:extLst>
              <a:ext uri="{FF2B5EF4-FFF2-40B4-BE49-F238E27FC236}">
                <a16:creationId xmlns:a16="http://schemas.microsoft.com/office/drawing/2014/main" id="{3EC7573D-83DF-0C23-3D64-C48F7437408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4205" b="1525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127733-25FE-A04C-9E8C-E12D99B60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Elephant Pro" pitchFamily="2" charset="0"/>
              </a:rPr>
              <a:t>Examples of Data Analysis Tools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F4016AC-58A6-A740-E122-133C513258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634132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04173B-7B32-0999-D82B-B322F4BBA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7A81B-248C-C14F-B635-9CA3ADA02842}" type="datetime1">
              <a:rPr lang="en-US" smtClean="0"/>
              <a:t>12/29/24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6E1DE8-57A1-E3A4-36B4-33082E665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378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DFC2DC-80E4-EA7A-9494-9BB160472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842237" cy="1325563"/>
          </a:xfrm>
        </p:spPr>
        <p:txBody>
          <a:bodyPr>
            <a:normAutofit fontScale="90000"/>
          </a:bodyPr>
          <a:lstStyle/>
          <a:p>
            <a:pPr algn="ctr"/>
            <a:br>
              <a:rPr lang="en-US" kern="100" dirty="0">
                <a:effectLst/>
                <a:latin typeface="Elephant Pro" pitchFamily="2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4900" kern="100" dirty="0">
                <a:effectLst/>
                <a:latin typeface="Elephant Pro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Trustworthiness </a:t>
            </a:r>
            <a:br>
              <a:rPr lang="en-US" sz="49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US" sz="490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Graphic 12">
            <a:extLst>
              <a:ext uri="{FF2B5EF4-FFF2-40B4-BE49-F238E27FC236}">
                <a16:creationId xmlns:a16="http://schemas.microsoft.com/office/drawing/2014/main" id="{58BDB0EE-D238-415B-9ED8-62AA6AB2A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03882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Graphic 11">
            <a:extLst>
              <a:ext uri="{FF2B5EF4-FFF2-40B4-BE49-F238E27FC236}">
                <a16:creationId xmlns:a16="http://schemas.microsoft.com/office/drawing/2014/main" id="{C5B55FC3-961D-4325-82F1-DE92B0D04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62662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Graphic 13">
            <a:extLst>
              <a:ext uri="{FF2B5EF4-FFF2-40B4-BE49-F238E27FC236}">
                <a16:creationId xmlns:a16="http://schemas.microsoft.com/office/drawing/2014/main" id="{4C8AB332-D09E-4F28-943C-DABDD4716A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8342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7A5ADA62-6183-6FF5-C5CA-89F4196966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097922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F93DC-E8CA-85DD-E4E8-87BDAD116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1F19C-84DB-7141-8D46-BD49B4139068}" type="datetime1">
              <a:rPr lang="en-US" smtClean="0"/>
              <a:t>12/29/24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AC3E9B-21F6-D378-BEC4-098D7A984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7452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21CA14-70B2-69B9-5B83-8DE37D869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br>
              <a:rPr lang="en-US" kern="100" dirty="0">
                <a:effectLst/>
                <a:latin typeface="Elephant Pro" pitchFamily="2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kern="100" dirty="0">
                <a:effectLst/>
                <a:latin typeface="Elephant Pro" pitchFamily="2" charset="0"/>
                <a:ea typeface="Aptos" panose="020B0004020202020204" pitchFamily="34" charset="0"/>
                <a:cs typeface="Arial" panose="020B0604020202020204" pitchFamily="34" charset="0"/>
              </a:rPr>
              <a:t>Ethical Considerations </a:t>
            </a:r>
            <a:br>
              <a:rPr lang="en-US" sz="2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US" sz="26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D1DA2-6FA8-90ED-183E-929B5B082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marR="0" indent="0"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Detail ethical guidelines followed in your research, particularly regarding participant consent and confidentiality.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</a:pPr>
            <a:r>
              <a:rPr lang="en-US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Discuss measures taken to minimize any potential harm to participants and ensure their welfare.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</a:pPr>
            <a:r>
              <a:rPr lang="en-US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Highlight the importance of integrity in data collection and analysis, avoiding plagiarism or fabrication.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</a:pPr>
            <a:r>
              <a:rPr lang="en-US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Include any institutional review board approvals or ethical clearance obtained for the study.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indent="0">
              <a:spcAft>
                <a:spcPts val="800"/>
              </a:spcAft>
              <a:buNone/>
            </a:pPr>
            <a:endParaRPr lang="en-US" sz="2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FDCF67-EEC7-9043-74EB-396D30048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83ED4-68CE-FB40-B392-1DED3E882445}" type="datetime1">
              <a:rPr lang="en-US" smtClean="0"/>
              <a:t>12/29/24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E5C718-2D26-026C-09A6-2E6C3D99B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3482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FC98EF-07BD-1604-7B5A-765216D5D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842237" cy="1325563"/>
          </a:xfrm>
        </p:spPr>
        <p:txBody>
          <a:bodyPr>
            <a:normAutofit fontScale="90000"/>
          </a:bodyPr>
          <a:lstStyle/>
          <a:p>
            <a:pPr algn="ctr"/>
            <a:br>
              <a:rPr lang="en-US" sz="27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kern="100" dirty="0">
                <a:effectLst/>
                <a:latin typeface="Elephant Pro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Summary</a:t>
            </a:r>
            <a:r>
              <a:rPr lang="en-US" sz="27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br>
              <a:rPr lang="en-US" sz="27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US" sz="27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Graphic 12">
            <a:extLst>
              <a:ext uri="{FF2B5EF4-FFF2-40B4-BE49-F238E27FC236}">
                <a16:creationId xmlns:a16="http://schemas.microsoft.com/office/drawing/2014/main" id="{58BDB0EE-D238-415B-9ED8-62AA6AB2A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03882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Graphic 11">
            <a:extLst>
              <a:ext uri="{FF2B5EF4-FFF2-40B4-BE49-F238E27FC236}">
                <a16:creationId xmlns:a16="http://schemas.microsoft.com/office/drawing/2014/main" id="{C5B55FC3-961D-4325-82F1-DE92B0D04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62662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Graphic 13">
            <a:extLst>
              <a:ext uri="{FF2B5EF4-FFF2-40B4-BE49-F238E27FC236}">
                <a16:creationId xmlns:a16="http://schemas.microsoft.com/office/drawing/2014/main" id="{4C8AB332-D09E-4F28-943C-DABDD4716A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8342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B04D846-26AB-2FCE-7462-D24D4C7DEC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704460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E41477-3470-9248-8457-30CCD127A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595D9-750E-124F-9122-2053565DBE40}" type="datetime1">
              <a:rPr lang="en-US" smtClean="0"/>
              <a:t>12/29/24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CF5A16-E156-EA58-4D9C-0EB74FEF8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2163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71A2C-B715-AD02-3889-9AA318A3E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Elephant Pro" pitchFamily="2" charset="0"/>
              </a:rPr>
              <a:t>References in APA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00E26-93EF-6006-6EAF-38ACCE0E5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Provide references to every submission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F47B77-6329-6C8C-5C05-D9B22BA67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1D2CA-48AD-804A-85D9-91D630C2B45E}" type="datetime1">
              <a:rPr lang="en-US" smtClean="0"/>
              <a:t>12/29/24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B9886-3E89-CF62-3049-21A10001B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922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771</Words>
  <Application>Microsoft Macintosh PowerPoint</Application>
  <PresentationFormat>Widescreen</PresentationFormat>
  <Paragraphs>75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Elephant Pro</vt:lpstr>
      <vt:lpstr>Google Sans</vt:lpstr>
      <vt:lpstr>Lato Extended</vt:lpstr>
      <vt:lpstr>Times New Roman</vt:lpstr>
      <vt:lpstr>Office Theme</vt:lpstr>
      <vt:lpstr>     Chapter 3: Research  Methodology  </vt:lpstr>
      <vt:lpstr> Overview </vt:lpstr>
      <vt:lpstr>The Main Research Approaches (1 of 2)</vt:lpstr>
      <vt:lpstr>The Main Research Approaches (2 of 2)</vt:lpstr>
      <vt:lpstr> Rationale for the Research Approach Selected </vt:lpstr>
      <vt:lpstr>Research Questions and Objectives</vt:lpstr>
      <vt:lpstr> Data Collection Methodology </vt:lpstr>
      <vt:lpstr>  Data Analysis Plan </vt:lpstr>
      <vt:lpstr>Examples of Data Analysis Tools</vt:lpstr>
      <vt:lpstr> Trustworthiness  </vt:lpstr>
      <vt:lpstr> Ethical Considerations  </vt:lpstr>
      <vt:lpstr> Summary  </vt:lpstr>
      <vt:lpstr>References in APA Style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Osei Hyiamang</dc:creator>
  <cp:lastModifiedBy>Osei Hyiamang</cp:lastModifiedBy>
  <cp:revision>22</cp:revision>
  <dcterms:created xsi:type="dcterms:W3CDTF">2024-12-29T10:28:09Z</dcterms:created>
  <dcterms:modified xsi:type="dcterms:W3CDTF">2024-12-29T11:21:06Z</dcterms:modified>
</cp:coreProperties>
</file>